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9" r:id="rId3"/>
    <p:sldId id="257" r:id="rId4"/>
    <p:sldId id="258" r:id="rId5"/>
    <p:sldId id="260" r:id="rId6"/>
    <p:sldId id="265" r:id="rId7"/>
    <p:sldId id="262" r:id="rId8"/>
    <p:sldId id="263" r:id="rId9"/>
    <p:sldId id="264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0D8EE-CC99-1A60-ED1E-2D03E887B4D2}" v="750" dt="2025-11-24T17:37:19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ias Ørbæk Haahr" userId="S::tobha02@eamv.dk::dcf30f98-e2da-48ec-9dfc-08152669e293" providerId="AD" clId="Web-{6395EF46-411A-3396-F594-1EC41168E1FA}"/>
    <pc:docChg chg="addSld modSld">
      <pc:chgData name="Tobias Ørbæk Haahr" userId="S::tobha02@eamv.dk::dcf30f98-e2da-48ec-9dfc-08152669e293" providerId="AD" clId="Web-{6395EF46-411A-3396-F594-1EC41168E1FA}" dt="2025-11-19T10:41:33.722" v="25" actId="20577"/>
      <pc:docMkLst>
        <pc:docMk/>
      </pc:docMkLst>
      <pc:sldChg chg="addSp delSp modSp">
        <pc:chgData name="Tobias Ørbæk Haahr" userId="S::tobha02@eamv.dk::dcf30f98-e2da-48ec-9dfc-08152669e293" providerId="AD" clId="Web-{6395EF46-411A-3396-F594-1EC41168E1FA}" dt="2025-11-19T10:40:46.955" v="9" actId="1076"/>
        <pc:sldMkLst>
          <pc:docMk/>
          <pc:sldMk cId="1057587407" sldId="257"/>
        </pc:sldMkLst>
      </pc:sldChg>
      <pc:sldChg chg="modSp new">
        <pc:chgData name="Tobias Ørbæk Haahr" userId="S::tobha02@eamv.dk::dcf30f98-e2da-48ec-9dfc-08152669e293" providerId="AD" clId="Web-{6395EF46-411A-3396-F594-1EC41168E1FA}" dt="2025-11-19T10:41:33.722" v="25" actId="20577"/>
        <pc:sldMkLst>
          <pc:docMk/>
          <pc:sldMk cId="4035195001" sldId="259"/>
        </pc:sldMkLst>
        <pc:spChg chg="mod">
          <ac:chgData name="Tobias Ørbæk Haahr" userId="S::tobha02@eamv.dk::dcf30f98-e2da-48ec-9dfc-08152669e293" providerId="AD" clId="Web-{6395EF46-411A-3396-F594-1EC41168E1FA}" dt="2025-11-19T10:41:33.722" v="25" actId="20577"/>
          <ac:spMkLst>
            <pc:docMk/>
            <pc:sldMk cId="4035195001" sldId="259"/>
            <ac:spMk id="2" creationId="{F3890D89-DBE4-A385-18AC-77AF85CEB410}"/>
          </ac:spMkLst>
        </pc:spChg>
      </pc:sldChg>
    </pc:docChg>
  </pc:docChgLst>
  <pc:docChgLst>
    <pc:chgData name="Tobias Ørbæk Haahr" userId="S::tobha02@eamv.dk::dcf30f98-e2da-48ec-9dfc-08152669e293" providerId="AD" clId="Web-{74F0D8EE-CC99-1A60-ED1E-2D03E887B4D2}"/>
    <pc:docChg chg="addSld modSld">
      <pc:chgData name="Tobias Ørbæk Haahr" userId="S::tobha02@eamv.dk::dcf30f98-e2da-48ec-9dfc-08152669e293" providerId="AD" clId="Web-{74F0D8EE-CC99-1A60-ED1E-2D03E887B4D2}" dt="2025-11-24T17:37:19.975" v="625" actId="20577"/>
      <pc:docMkLst>
        <pc:docMk/>
      </pc:docMkLst>
      <pc:sldChg chg="mod modShow">
        <pc:chgData name="Tobias Ørbæk Haahr" userId="S::tobha02@eamv.dk::dcf30f98-e2da-48ec-9dfc-08152669e293" providerId="AD" clId="Web-{74F0D8EE-CC99-1A60-ED1E-2D03E887B4D2}" dt="2025-11-24T09:19:42.749" v="14"/>
        <pc:sldMkLst>
          <pc:docMk/>
          <pc:sldMk cId="1265401312" sldId="258"/>
        </pc:sldMkLst>
      </pc:sldChg>
      <pc:sldChg chg="modSp">
        <pc:chgData name="Tobias Ørbæk Haahr" userId="S::tobha02@eamv.dk::dcf30f98-e2da-48ec-9dfc-08152669e293" providerId="AD" clId="Web-{74F0D8EE-CC99-1A60-ED1E-2D03E887B4D2}" dt="2025-11-24T17:37:19.975" v="625" actId="20577"/>
        <pc:sldMkLst>
          <pc:docMk/>
          <pc:sldMk cId="1081137043" sldId="260"/>
        </pc:sldMkLst>
        <pc:spChg chg="mod">
          <ac:chgData name="Tobias Ørbæk Haahr" userId="S::tobha02@eamv.dk::dcf30f98-e2da-48ec-9dfc-08152669e293" providerId="AD" clId="Web-{74F0D8EE-CC99-1A60-ED1E-2D03E887B4D2}" dt="2025-11-24T09:27:37.168" v="23" actId="20577"/>
          <ac:spMkLst>
            <pc:docMk/>
            <pc:sldMk cId="1081137043" sldId="260"/>
            <ac:spMk id="2" creationId="{538B0842-FFF9-7E45-37FB-F78EEFE6236C}"/>
          </ac:spMkLst>
        </pc:spChg>
        <pc:spChg chg="mod">
          <ac:chgData name="Tobias Ørbæk Haahr" userId="S::tobha02@eamv.dk::dcf30f98-e2da-48ec-9dfc-08152669e293" providerId="AD" clId="Web-{74F0D8EE-CC99-1A60-ED1E-2D03E887B4D2}" dt="2025-11-24T17:37:19.975" v="625" actId="20577"/>
          <ac:spMkLst>
            <pc:docMk/>
            <pc:sldMk cId="1081137043" sldId="260"/>
            <ac:spMk id="3" creationId="{D4B7C0F9-1FB8-CCBD-6FB4-FE675F1941DC}"/>
          </ac:spMkLst>
        </pc:spChg>
      </pc:sldChg>
      <pc:sldChg chg="modSp new">
        <pc:chgData name="Tobias Ørbæk Haahr" userId="S::tobha02@eamv.dk::dcf30f98-e2da-48ec-9dfc-08152669e293" providerId="AD" clId="Web-{74F0D8EE-CC99-1A60-ED1E-2D03E887B4D2}" dt="2025-11-24T09:22:08.942" v="20" actId="20577"/>
        <pc:sldMkLst>
          <pc:docMk/>
          <pc:sldMk cId="4198858499" sldId="261"/>
        </pc:sldMkLst>
        <pc:spChg chg="mod">
          <ac:chgData name="Tobias Ørbæk Haahr" userId="S::tobha02@eamv.dk::dcf30f98-e2da-48ec-9dfc-08152669e293" providerId="AD" clId="Web-{74F0D8EE-CC99-1A60-ED1E-2D03E887B4D2}" dt="2025-11-24T09:22:08.942" v="20" actId="20577"/>
          <ac:spMkLst>
            <pc:docMk/>
            <pc:sldMk cId="4198858499" sldId="261"/>
            <ac:spMk id="2" creationId="{CE5A2743-3391-4B52-354B-D4CFBD2E1997}"/>
          </ac:spMkLst>
        </pc:spChg>
        <pc:spChg chg="mod">
          <ac:chgData name="Tobias Ørbæk Haahr" userId="S::tobha02@eamv.dk::dcf30f98-e2da-48ec-9dfc-08152669e293" providerId="AD" clId="Web-{74F0D8EE-CC99-1A60-ED1E-2D03E887B4D2}" dt="2025-11-24T09:22:06.598" v="18" actId="20577"/>
          <ac:spMkLst>
            <pc:docMk/>
            <pc:sldMk cId="4198858499" sldId="261"/>
            <ac:spMk id="3" creationId="{ED9E559F-2E56-0BCB-B082-786E2778EDAC}"/>
          </ac:spMkLst>
        </pc:spChg>
      </pc:sldChg>
      <pc:sldChg chg="addSp delSp modSp new addAnim">
        <pc:chgData name="Tobias Ørbæk Haahr" userId="S::tobha02@eamv.dk::dcf30f98-e2da-48ec-9dfc-08152669e293" providerId="AD" clId="Web-{74F0D8EE-CC99-1A60-ED1E-2D03E887B4D2}" dt="2025-11-24T17:32:27.311" v="564" actId="1076"/>
        <pc:sldMkLst>
          <pc:docMk/>
          <pc:sldMk cId="2589965024" sldId="262"/>
        </pc:sldMkLst>
        <pc:spChg chg="mod">
          <ac:chgData name="Tobias Ørbæk Haahr" userId="S::tobha02@eamv.dk::dcf30f98-e2da-48ec-9dfc-08152669e293" providerId="AD" clId="Web-{74F0D8EE-CC99-1A60-ED1E-2D03E887B4D2}" dt="2025-11-24T15:53:51.989" v="51" actId="20577"/>
          <ac:spMkLst>
            <pc:docMk/>
            <pc:sldMk cId="2589965024" sldId="262"/>
            <ac:spMk id="2" creationId="{7F4C5A06-60FA-EF8D-ECF9-B251821018B0}"/>
          </ac:spMkLst>
        </pc:spChg>
        <pc:spChg chg="mod">
          <ac:chgData name="Tobias Ørbæk Haahr" userId="S::tobha02@eamv.dk::dcf30f98-e2da-48ec-9dfc-08152669e293" providerId="AD" clId="Web-{74F0D8EE-CC99-1A60-ED1E-2D03E887B4D2}" dt="2025-11-24T16:54:35.151" v="335" actId="20577"/>
          <ac:spMkLst>
            <pc:docMk/>
            <pc:sldMk cId="2589965024" sldId="262"/>
            <ac:spMk id="3" creationId="{1927760E-3866-683A-5FBC-4036FDC514CC}"/>
          </ac:spMkLst>
        </pc:spChg>
        <pc:spChg chg="add del">
          <ac:chgData name="Tobias Ørbæk Haahr" userId="S::tobha02@eamv.dk::dcf30f98-e2da-48ec-9dfc-08152669e293" providerId="AD" clId="Web-{74F0D8EE-CC99-1A60-ED1E-2D03E887B4D2}" dt="2025-11-24T16:22:17.240" v="158"/>
          <ac:spMkLst>
            <pc:docMk/>
            <pc:sldMk cId="2589965024" sldId="262"/>
            <ac:spMk id="4" creationId="{A6AD2660-E909-FFEA-F4F1-D1CBFE4A34B4}"/>
          </ac:spMkLst>
        </pc:spChg>
        <pc:spChg chg="add mod">
          <ac:chgData name="Tobias Ørbæk Haahr" userId="S::tobha02@eamv.dk::dcf30f98-e2da-48ec-9dfc-08152669e293" providerId="AD" clId="Web-{74F0D8EE-CC99-1A60-ED1E-2D03E887B4D2}" dt="2025-11-24T17:32:27.311" v="564" actId="1076"/>
          <ac:spMkLst>
            <pc:docMk/>
            <pc:sldMk cId="2589965024" sldId="262"/>
            <ac:spMk id="5" creationId="{6C1700FB-5ED1-F5B9-721D-4B30C543ADE6}"/>
          </ac:spMkLst>
        </pc:spChg>
        <pc:spChg chg="add mod">
          <ac:chgData name="Tobias Ørbæk Haahr" userId="S::tobha02@eamv.dk::dcf30f98-e2da-48ec-9dfc-08152669e293" providerId="AD" clId="Web-{74F0D8EE-CC99-1A60-ED1E-2D03E887B4D2}" dt="2025-11-24T16:55:58.546" v="383" actId="20577"/>
          <ac:spMkLst>
            <pc:docMk/>
            <pc:sldMk cId="2589965024" sldId="262"/>
            <ac:spMk id="6" creationId="{8B353B3D-39E5-EAF3-C2A5-D9D728D62E37}"/>
          </ac:spMkLst>
        </pc:spChg>
        <pc:spChg chg="add mod">
          <ac:chgData name="Tobias Ørbæk Haahr" userId="S::tobha02@eamv.dk::dcf30f98-e2da-48ec-9dfc-08152669e293" providerId="AD" clId="Web-{74F0D8EE-CC99-1A60-ED1E-2D03E887B4D2}" dt="2025-11-24T17:12:08.697" v="495" actId="1076"/>
          <ac:spMkLst>
            <pc:docMk/>
            <pc:sldMk cId="2589965024" sldId="262"/>
            <ac:spMk id="7" creationId="{F659CD0E-923E-7579-9C33-B853AA51FE68}"/>
          </ac:spMkLst>
        </pc:spChg>
        <pc:spChg chg="add mod">
          <ac:chgData name="Tobias Ørbæk Haahr" userId="S::tobha02@eamv.dk::dcf30f98-e2da-48ec-9dfc-08152669e293" providerId="AD" clId="Web-{74F0D8EE-CC99-1A60-ED1E-2D03E887B4D2}" dt="2025-11-24T17:12:05.556" v="494" actId="1076"/>
          <ac:spMkLst>
            <pc:docMk/>
            <pc:sldMk cId="2589965024" sldId="262"/>
            <ac:spMk id="8" creationId="{76CC9BC3-A273-0B69-9561-5E8494AA53F8}"/>
          </ac:spMkLst>
        </pc:spChg>
      </pc:sldChg>
      <pc:sldChg chg="modSp new">
        <pc:chgData name="Tobias Ørbæk Haahr" userId="S::tobha02@eamv.dk::dcf30f98-e2da-48ec-9dfc-08152669e293" providerId="AD" clId="Web-{74F0D8EE-CC99-1A60-ED1E-2D03E887B4D2}" dt="2025-11-24T17:14:27.562" v="509" actId="20577"/>
        <pc:sldMkLst>
          <pc:docMk/>
          <pc:sldMk cId="3150527221" sldId="263"/>
        </pc:sldMkLst>
        <pc:spChg chg="mod">
          <ac:chgData name="Tobias Ørbæk Haahr" userId="S::tobha02@eamv.dk::dcf30f98-e2da-48ec-9dfc-08152669e293" providerId="AD" clId="Web-{74F0D8EE-CC99-1A60-ED1E-2D03E887B4D2}" dt="2025-11-24T16:20:44.235" v="140" actId="20577"/>
          <ac:spMkLst>
            <pc:docMk/>
            <pc:sldMk cId="3150527221" sldId="263"/>
            <ac:spMk id="2" creationId="{1258C0D6-AB2D-5738-5A86-D4EA9681A201}"/>
          </ac:spMkLst>
        </pc:spChg>
        <pc:spChg chg="mod">
          <ac:chgData name="Tobias Ørbæk Haahr" userId="S::tobha02@eamv.dk::dcf30f98-e2da-48ec-9dfc-08152669e293" providerId="AD" clId="Web-{74F0D8EE-CC99-1A60-ED1E-2D03E887B4D2}" dt="2025-11-24T17:14:27.562" v="509" actId="20577"/>
          <ac:spMkLst>
            <pc:docMk/>
            <pc:sldMk cId="3150527221" sldId="263"/>
            <ac:spMk id="3" creationId="{D75D49D5-0450-90D2-3579-8AFD53C2CD21}"/>
          </ac:spMkLst>
        </pc:spChg>
      </pc:sldChg>
      <pc:sldChg chg="addSp delSp modSp new">
        <pc:chgData name="Tobias Ørbæk Haahr" userId="S::tobha02@eamv.dk::dcf30f98-e2da-48ec-9dfc-08152669e293" providerId="AD" clId="Web-{74F0D8EE-CC99-1A60-ED1E-2D03E887B4D2}" dt="2025-11-24T17:36:29.677" v="624"/>
        <pc:sldMkLst>
          <pc:docMk/>
          <pc:sldMk cId="2459694431" sldId="264"/>
        </pc:sldMkLst>
        <pc:spChg chg="mod">
          <ac:chgData name="Tobias Ørbæk Haahr" userId="S::tobha02@eamv.dk::dcf30f98-e2da-48ec-9dfc-08152669e293" providerId="AD" clId="Web-{74F0D8EE-CC99-1A60-ED1E-2D03E887B4D2}" dt="2025-11-24T16:20:58.236" v="156" actId="20577"/>
          <ac:spMkLst>
            <pc:docMk/>
            <pc:sldMk cId="2459694431" sldId="264"/>
            <ac:spMk id="2" creationId="{D82E9C4A-C376-8584-17C2-84BD0795EB8E}"/>
          </ac:spMkLst>
        </pc:spChg>
        <pc:spChg chg="mod">
          <ac:chgData name="Tobias Ørbæk Haahr" userId="S::tobha02@eamv.dk::dcf30f98-e2da-48ec-9dfc-08152669e293" providerId="AD" clId="Web-{74F0D8EE-CC99-1A60-ED1E-2D03E887B4D2}" dt="2025-11-24T17:31:16.262" v="549" actId="20577"/>
          <ac:spMkLst>
            <pc:docMk/>
            <pc:sldMk cId="2459694431" sldId="264"/>
            <ac:spMk id="3" creationId="{24B403F5-272A-426C-FD1F-4D1765233779}"/>
          </ac:spMkLst>
        </pc:spChg>
        <pc:spChg chg="add mod">
          <ac:chgData name="Tobias Ørbæk Haahr" userId="S::tobha02@eamv.dk::dcf30f98-e2da-48ec-9dfc-08152669e293" providerId="AD" clId="Web-{74F0D8EE-CC99-1A60-ED1E-2D03E887B4D2}" dt="2025-11-24T17:36:29.677" v="624"/>
          <ac:spMkLst>
            <pc:docMk/>
            <pc:sldMk cId="2459694431" sldId="264"/>
            <ac:spMk id="4" creationId="{B4C9D7C0-D5D0-2943-0A1D-A29B00855429}"/>
          </ac:spMkLst>
        </pc:spChg>
        <pc:spChg chg="add del mod">
          <ac:chgData name="Tobias Ørbæk Haahr" userId="S::tobha02@eamv.dk::dcf30f98-e2da-48ec-9dfc-08152669e293" providerId="AD" clId="Web-{74F0D8EE-CC99-1A60-ED1E-2D03E887B4D2}" dt="2025-11-24T17:33:46.095" v="577"/>
          <ac:spMkLst>
            <pc:docMk/>
            <pc:sldMk cId="2459694431" sldId="264"/>
            <ac:spMk id="5" creationId="{9AFFC73A-E37A-8EC8-93FD-4217D5C2012E}"/>
          </ac:spMkLst>
        </pc:spChg>
        <pc:spChg chg="add mod">
          <ac:chgData name="Tobias Ørbæk Haahr" userId="S::tobha02@eamv.dk::dcf30f98-e2da-48ec-9dfc-08152669e293" providerId="AD" clId="Web-{74F0D8EE-CC99-1A60-ED1E-2D03E887B4D2}" dt="2025-11-24T17:36:21.911" v="623"/>
          <ac:spMkLst>
            <pc:docMk/>
            <pc:sldMk cId="2459694431" sldId="264"/>
            <ac:spMk id="6" creationId="{81835549-727B-E774-8F4A-951151875221}"/>
          </ac:spMkLst>
        </pc:spChg>
      </pc:sldChg>
      <pc:sldChg chg="modSp new">
        <pc:chgData name="Tobias Ørbæk Haahr" userId="S::tobha02@eamv.dk::dcf30f98-e2da-48ec-9dfc-08152669e293" providerId="AD" clId="Web-{74F0D8EE-CC99-1A60-ED1E-2D03E887B4D2}" dt="2025-11-24T16:55:31.029" v="367" actId="20577"/>
        <pc:sldMkLst>
          <pc:docMk/>
          <pc:sldMk cId="3910023787" sldId="265"/>
        </pc:sldMkLst>
        <pc:spChg chg="mod">
          <ac:chgData name="Tobias Ørbæk Haahr" userId="S::tobha02@eamv.dk::dcf30f98-e2da-48ec-9dfc-08152669e293" providerId="AD" clId="Web-{74F0D8EE-CC99-1A60-ED1E-2D03E887B4D2}" dt="2025-11-24T16:50:26.990" v="256" actId="20577"/>
          <ac:spMkLst>
            <pc:docMk/>
            <pc:sldMk cId="3910023787" sldId="265"/>
            <ac:spMk id="2" creationId="{E4EA66E4-27DE-C54B-3993-B1D41DD3ABF8}"/>
          </ac:spMkLst>
        </pc:spChg>
        <pc:spChg chg="mod">
          <ac:chgData name="Tobias Ørbæk Haahr" userId="S::tobha02@eamv.dk::dcf30f98-e2da-48ec-9dfc-08152669e293" providerId="AD" clId="Web-{74F0D8EE-CC99-1A60-ED1E-2D03E887B4D2}" dt="2025-11-24T16:55:31.029" v="367" actId="20577"/>
          <ac:spMkLst>
            <pc:docMk/>
            <pc:sldMk cId="3910023787" sldId="265"/>
            <ac:spMk id="3" creationId="{A3119861-5B0C-F3EC-B0E2-C11CF92406A4}"/>
          </ac:spMkLst>
        </pc:spChg>
      </pc:sldChg>
    </pc:docChg>
  </pc:docChgLst>
  <pc:docChgLst>
    <pc:chgData name="Malthe Skov Jensen" userId="S::malje02@eamv.dk::c61114be-34a7-4395-8d52-ec4bcf5e085e" providerId="AD" clId="Web-{2663A660-5337-E070-F793-09E1DF19FB16}"/>
    <pc:docChg chg="addSld modSld">
      <pc:chgData name="Malthe Skov Jensen" userId="S::malje02@eamv.dk::c61114be-34a7-4395-8d52-ec4bcf5e085e" providerId="AD" clId="Web-{2663A660-5337-E070-F793-09E1DF19FB16}" dt="2025-11-19T10:37:00.088" v="17"/>
      <pc:docMkLst>
        <pc:docMk/>
      </pc:docMkLst>
      <pc:sldChg chg="modSp">
        <pc:chgData name="Malthe Skov Jensen" userId="S::malje02@eamv.dk::c61114be-34a7-4395-8d52-ec4bcf5e085e" providerId="AD" clId="Web-{2663A660-5337-E070-F793-09E1DF19FB16}" dt="2025-11-19T10:36:48.478" v="14" actId="20577"/>
        <pc:sldMkLst>
          <pc:docMk/>
          <pc:sldMk cId="787029668" sldId="256"/>
        </pc:sldMkLst>
        <pc:spChg chg="mod">
          <ac:chgData name="Malthe Skov Jensen" userId="S::malje02@eamv.dk::c61114be-34a7-4395-8d52-ec4bcf5e085e" providerId="AD" clId="Web-{2663A660-5337-E070-F793-09E1DF19FB16}" dt="2025-11-19T10:36:40.337" v="3" actId="20577"/>
          <ac:spMkLst>
            <pc:docMk/>
            <pc:sldMk cId="787029668" sldId="256"/>
            <ac:spMk id="2" creationId="{646D662C-8AC0-5DFE-D971-F094DCEA786B}"/>
          </ac:spMkLst>
        </pc:spChg>
        <pc:spChg chg="mod">
          <ac:chgData name="Malthe Skov Jensen" userId="S::malje02@eamv.dk::c61114be-34a7-4395-8d52-ec4bcf5e085e" providerId="AD" clId="Web-{2663A660-5337-E070-F793-09E1DF19FB16}" dt="2025-11-19T10:36:48.478" v="14" actId="20577"/>
          <ac:spMkLst>
            <pc:docMk/>
            <pc:sldMk cId="787029668" sldId="256"/>
            <ac:spMk id="3" creationId="{894626FB-996A-846F-6A2A-A675D7C74521}"/>
          </ac:spMkLst>
        </pc:spChg>
      </pc:sldChg>
      <pc:sldChg chg="addSp delSp modSp new mod setBg">
        <pc:chgData name="Malthe Skov Jensen" userId="S::malje02@eamv.dk::c61114be-34a7-4395-8d52-ec4bcf5e085e" providerId="AD" clId="Web-{2663A660-5337-E070-F793-09E1DF19FB16}" dt="2025-11-19T10:37:00.088" v="17"/>
        <pc:sldMkLst>
          <pc:docMk/>
          <pc:sldMk cId="1057587407" sldId="257"/>
        </pc:sldMkLst>
      </pc:sldChg>
    </pc:docChg>
  </pc:docChgLst>
  <pc:docChgLst>
    <pc:chgData name="Malthe Skov Jensen" userId="c61114be-34a7-4395-8d52-ec4bcf5e085e" providerId="ADAL" clId="{D12885BE-205E-4612-8685-A3D1AA70F475}"/>
    <pc:docChg chg="undo custSel addSld modSld">
      <pc:chgData name="Malthe Skov Jensen" userId="c61114be-34a7-4395-8d52-ec4bcf5e085e" providerId="ADAL" clId="{D12885BE-205E-4612-8685-A3D1AA70F475}" dt="2025-11-19T10:51:45.777" v="187" actId="20577"/>
      <pc:docMkLst>
        <pc:docMk/>
      </pc:docMkLst>
      <pc:sldChg chg="modSp mod">
        <pc:chgData name="Malthe Skov Jensen" userId="c61114be-34a7-4395-8d52-ec4bcf5e085e" providerId="ADAL" clId="{D12885BE-205E-4612-8685-A3D1AA70F475}" dt="2025-11-19T10:49:41.343" v="71" actId="20577"/>
        <pc:sldMkLst>
          <pc:docMk/>
          <pc:sldMk cId="787029668" sldId="256"/>
        </pc:sldMkLst>
        <pc:spChg chg="mod">
          <ac:chgData name="Malthe Skov Jensen" userId="c61114be-34a7-4395-8d52-ec4bcf5e085e" providerId="ADAL" clId="{D12885BE-205E-4612-8685-A3D1AA70F475}" dt="2025-11-19T10:49:30.372" v="42" actId="20577"/>
          <ac:spMkLst>
            <pc:docMk/>
            <pc:sldMk cId="787029668" sldId="256"/>
            <ac:spMk id="2" creationId="{646D662C-8AC0-5DFE-D971-F094DCEA786B}"/>
          </ac:spMkLst>
        </pc:spChg>
        <pc:spChg chg="mod">
          <ac:chgData name="Malthe Skov Jensen" userId="c61114be-34a7-4395-8d52-ec4bcf5e085e" providerId="ADAL" clId="{D12885BE-205E-4612-8685-A3D1AA70F475}" dt="2025-11-19T10:49:41.343" v="71" actId="20577"/>
          <ac:spMkLst>
            <pc:docMk/>
            <pc:sldMk cId="787029668" sldId="256"/>
            <ac:spMk id="3" creationId="{894626FB-996A-846F-6A2A-A675D7C74521}"/>
          </ac:spMkLst>
        </pc:spChg>
      </pc:sldChg>
      <pc:sldChg chg="addSp delSp modSp mod">
        <pc:chgData name="Malthe Skov Jensen" userId="c61114be-34a7-4395-8d52-ec4bcf5e085e" providerId="ADAL" clId="{D12885BE-205E-4612-8685-A3D1AA70F475}" dt="2025-11-19T10:44:50.252" v="13" actId="26606"/>
        <pc:sldMkLst>
          <pc:docMk/>
          <pc:sldMk cId="1057587407" sldId="257"/>
        </pc:sldMkLst>
        <pc:picChg chg="add mod">
          <ac:chgData name="Malthe Skov Jensen" userId="c61114be-34a7-4395-8d52-ec4bcf5e085e" providerId="ADAL" clId="{D12885BE-205E-4612-8685-A3D1AA70F475}" dt="2025-11-19T10:44:50.252" v="13" actId="26606"/>
          <ac:picMkLst>
            <pc:docMk/>
            <pc:sldMk cId="1057587407" sldId="257"/>
            <ac:picMk id="1032" creationId="{623349EC-FC3E-1B07-5C90-598725FE704F}"/>
          </ac:picMkLst>
        </pc:picChg>
      </pc:sldChg>
      <pc:sldChg chg="addSp delSp modSp new mod setBg">
        <pc:chgData name="Malthe Skov Jensen" userId="c61114be-34a7-4395-8d52-ec4bcf5e085e" providerId="ADAL" clId="{D12885BE-205E-4612-8685-A3D1AA70F475}" dt="2025-11-19T10:45:46.821" v="17" actId="26606"/>
        <pc:sldMkLst>
          <pc:docMk/>
          <pc:sldMk cId="1265401312" sldId="258"/>
        </pc:sldMkLst>
        <pc:picChg chg="add mod">
          <ac:chgData name="Malthe Skov Jensen" userId="c61114be-34a7-4395-8d52-ec4bcf5e085e" providerId="ADAL" clId="{D12885BE-205E-4612-8685-A3D1AA70F475}" dt="2025-11-19T10:45:46.821" v="17" actId="26606"/>
          <ac:picMkLst>
            <pc:docMk/>
            <pc:sldMk cId="1265401312" sldId="258"/>
            <ac:picMk id="2050" creationId="{3DB4CE79-B24E-331D-9C3A-EDE0D8ABCAB1}"/>
          </ac:picMkLst>
        </pc:picChg>
      </pc:sldChg>
      <pc:sldChg chg="modSp modTransition modAnim">
        <pc:chgData name="Malthe Skov Jensen" userId="c61114be-34a7-4395-8d52-ec4bcf5e085e" providerId="ADAL" clId="{D12885BE-205E-4612-8685-A3D1AA70F475}" dt="2025-11-19T10:46:57.709" v="23" actId="20577"/>
        <pc:sldMkLst>
          <pc:docMk/>
          <pc:sldMk cId="4035195001" sldId="259"/>
        </pc:sldMkLst>
        <pc:spChg chg="mod">
          <ac:chgData name="Malthe Skov Jensen" userId="c61114be-34a7-4395-8d52-ec4bcf5e085e" providerId="ADAL" clId="{D12885BE-205E-4612-8685-A3D1AA70F475}" dt="2025-11-19T10:46:57.709" v="23" actId="20577"/>
          <ac:spMkLst>
            <pc:docMk/>
            <pc:sldMk cId="4035195001" sldId="259"/>
            <ac:spMk id="3" creationId="{803C2FC3-2ABC-9850-6CE6-009084C6C1E7}"/>
          </ac:spMkLst>
        </pc:spChg>
      </pc:sldChg>
      <pc:sldChg chg="modSp new mod">
        <pc:chgData name="Malthe Skov Jensen" userId="c61114be-34a7-4395-8d52-ec4bcf5e085e" providerId="ADAL" clId="{D12885BE-205E-4612-8685-A3D1AA70F475}" dt="2025-11-19T10:51:45.777" v="187" actId="20577"/>
        <pc:sldMkLst>
          <pc:docMk/>
          <pc:sldMk cId="1081137043" sldId="260"/>
        </pc:sldMkLst>
        <pc:spChg chg="mod">
          <ac:chgData name="Malthe Skov Jensen" userId="c61114be-34a7-4395-8d52-ec4bcf5e085e" providerId="ADAL" clId="{D12885BE-205E-4612-8685-A3D1AA70F475}" dt="2025-11-19T10:50:54.122" v="101" actId="20577"/>
          <ac:spMkLst>
            <pc:docMk/>
            <pc:sldMk cId="1081137043" sldId="260"/>
            <ac:spMk id="2" creationId="{538B0842-FFF9-7E45-37FB-F78EEFE6236C}"/>
          </ac:spMkLst>
        </pc:spChg>
        <pc:spChg chg="mod">
          <ac:chgData name="Malthe Skov Jensen" userId="c61114be-34a7-4395-8d52-ec4bcf5e085e" providerId="ADAL" clId="{D12885BE-205E-4612-8685-A3D1AA70F475}" dt="2025-11-19T10:51:45.777" v="187" actId="20577"/>
          <ac:spMkLst>
            <pc:docMk/>
            <pc:sldMk cId="1081137043" sldId="260"/>
            <ac:spMk id="3" creationId="{D4B7C0F9-1FB8-CCBD-6FB4-FE675F1941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438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044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250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858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34582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4419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132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0528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0230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608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369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A032741-A66F-4E65-98A2-2AC84FC8F835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2121EC3-D736-4A25-8381-2580E86AB22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0076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662C-8AC0-5DFE-D971-F094DCEA78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/>
              <a:t>Torinopizza :)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626FB-996A-846F-6A2A-A675D7C74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Gruppe 4 - Malthe, Tobias og Victor</a:t>
            </a:r>
          </a:p>
        </p:txBody>
      </p:sp>
    </p:spTree>
    <p:extLst>
      <p:ext uri="{BB962C8B-B14F-4D97-AF65-F5344CB8AC3E}">
        <p14:creationId xmlns:p14="http://schemas.microsoft.com/office/powerpoint/2010/main" val="787029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0D89-DBE4-A385-18AC-77AF85CE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Krav afdækning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C2FC3-2ABC-9850-6CE6-009084C6C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I.K1: Man skal kunne bestille en pizza.</a:t>
            </a:r>
          </a:p>
          <a:p>
            <a:r>
              <a:rPr lang="da-DK"/>
              <a:t>I.K2: Man skal kunne tilpasse en pizza.</a:t>
            </a:r>
          </a:p>
          <a:p>
            <a:r>
              <a:rPr lang="da-DK"/>
              <a:t>K1. Man skal kunne se og filtrere menuen.</a:t>
            </a:r>
          </a:p>
          <a:p>
            <a:r>
              <a:rPr lang="da-DK"/>
              <a:t>K2: Man skal kunne redigere menuen.</a:t>
            </a:r>
          </a:p>
          <a:p>
            <a:r>
              <a:rPr lang="da-DK"/>
              <a:t>K3. Man skal kunne organisere ordrer.</a:t>
            </a:r>
          </a:p>
          <a:p>
            <a:r>
              <a:rPr lang="da-DK"/>
              <a:t>K4: Man skal kunne spore leverancerne til kunderne.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623349EC-FC3E-1B07-5C90-598725FE70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42779" y="643466"/>
            <a:ext cx="5306441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58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DB4CE79-B24E-331D-9C3A-EDE0D8ABCA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24803" y="643466"/>
            <a:ext cx="7142393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540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8B0842-FFF9-7E45-37FB-F78EEFE6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Normalisering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B7C0F9-1FB8-CCBD-6FB4-FE675F194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 dirty="0"/>
              <a:t>Hovedentiteter og </a:t>
            </a:r>
            <a:r>
              <a:rPr lang="da-DK"/>
              <a:t>attributter</a:t>
            </a:r>
            <a:endParaRPr lang="en-US" dirty="0" err="1"/>
          </a:p>
          <a:p>
            <a:r>
              <a:rPr lang="da-DK" sz="1400" dirty="0"/>
              <a:t>Kundeoplysninger:</a:t>
            </a:r>
          </a:p>
          <a:p>
            <a:pPr lvl="1"/>
            <a:r>
              <a:rPr lang="da-DK" sz="1400" dirty="0"/>
              <a:t>Navn </a:t>
            </a:r>
          </a:p>
          <a:p>
            <a:pPr lvl="1"/>
            <a:r>
              <a:rPr lang="da-DK" sz="1400" dirty="0"/>
              <a:t>Leveringsadresse</a:t>
            </a:r>
          </a:p>
          <a:p>
            <a:pPr lvl="1"/>
            <a:r>
              <a:rPr lang="da-DK" sz="1400" dirty="0"/>
              <a:t>Kontaktoplysninger</a:t>
            </a:r>
          </a:p>
          <a:p>
            <a:r>
              <a:rPr lang="da-DK" sz="1400" dirty="0"/>
              <a:t>Menu:</a:t>
            </a:r>
          </a:p>
          <a:p>
            <a:pPr lvl="1"/>
            <a:r>
              <a:rPr lang="da-DK" sz="1400" dirty="0"/>
              <a:t>Navn </a:t>
            </a:r>
          </a:p>
          <a:p>
            <a:pPr lvl="1"/>
            <a:r>
              <a:rPr lang="da-DK" sz="1400" dirty="0"/>
              <a:t>Beskrivelse</a:t>
            </a:r>
          </a:p>
          <a:p>
            <a:pPr lvl="1"/>
            <a:r>
              <a:rPr lang="da-DK" sz="1400" dirty="0"/>
              <a:t>Pris</a:t>
            </a:r>
          </a:p>
          <a:p>
            <a:r>
              <a:rPr lang="da-DK" sz="1400" dirty="0" err="1"/>
              <a:t>Ordreregistering</a:t>
            </a:r>
            <a:r>
              <a:rPr lang="da-DK" sz="1400" dirty="0"/>
              <a:t>:</a:t>
            </a:r>
          </a:p>
          <a:p>
            <a:pPr lvl="1"/>
            <a:r>
              <a:rPr lang="da-DK" sz="1400" dirty="0"/>
              <a:t>Oplysninger om kunden</a:t>
            </a:r>
          </a:p>
          <a:p>
            <a:pPr lvl="1"/>
            <a:r>
              <a:rPr lang="da-DK" sz="1400" dirty="0"/>
              <a:t>Bestilte pizzaer</a:t>
            </a:r>
          </a:p>
          <a:p>
            <a:pPr lvl="1"/>
            <a:r>
              <a:rPr lang="da-DK" sz="1400" dirty="0"/>
              <a:t>Leveringsadresse</a:t>
            </a:r>
          </a:p>
          <a:p>
            <a:pPr lvl="1"/>
            <a:r>
              <a:rPr lang="da-DK" sz="1400" dirty="0"/>
              <a:t>Totalpris</a:t>
            </a:r>
          </a:p>
          <a:p>
            <a:endParaRPr lang="da-DK" dirty="0"/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1137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66E4-27DE-C54B-3993-B1D41DD3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Normalisering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1. </a:t>
            </a:r>
            <a:r>
              <a:rPr lang="en-US" dirty="0" err="1"/>
              <a:t>normalform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19861-5B0C-F3EC-B0E2-C11CF9240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da-DK" dirty="0"/>
              <a:t>Primære nøgler identificeret:</a:t>
            </a:r>
          </a:p>
          <a:p>
            <a:r>
              <a:rPr lang="da-DK" sz="1400" dirty="0"/>
              <a:t>Kundeoplysninger:</a:t>
            </a:r>
            <a:endParaRPr lang="en-US" sz="1400" dirty="0"/>
          </a:p>
          <a:p>
            <a:pPr lvl="1"/>
            <a:r>
              <a:rPr lang="da-DK" sz="1400" dirty="0" err="1"/>
              <a:t>KundeID</a:t>
            </a:r>
            <a:r>
              <a:rPr lang="da-DK" sz="1400" dirty="0"/>
              <a:t> ( PK )</a:t>
            </a:r>
          </a:p>
          <a:p>
            <a:pPr lvl="1"/>
            <a:r>
              <a:rPr lang="da-DK" sz="1400" dirty="0"/>
              <a:t>Navn </a:t>
            </a:r>
            <a:endParaRPr lang="en-US" sz="1400" dirty="0"/>
          </a:p>
          <a:p>
            <a:pPr lvl="1"/>
            <a:r>
              <a:rPr lang="da-DK" sz="1400" dirty="0"/>
              <a:t>Leveringsadresse</a:t>
            </a:r>
            <a:endParaRPr lang="en-US" sz="1400" dirty="0"/>
          </a:p>
          <a:p>
            <a:pPr lvl="1"/>
            <a:r>
              <a:rPr lang="da-DK" sz="1400" dirty="0"/>
              <a:t>Kontaktoplysninger</a:t>
            </a:r>
            <a:endParaRPr lang="en-US" sz="1400" dirty="0"/>
          </a:p>
          <a:p>
            <a:r>
              <a:rPr lang="da-DK" sz="1400" dirty="0"/>
              <a:t>Menu:</a:t>
            </a:r>
            <a:endParaRPr lang="en-US" sz="1400" dirty="0"/>
          </a:p>
          <a:p>
            <a:pPr lvl="1"/>
            <a:r>
              <a:rPr lang="da-DK" sz="1400" dirty="0" err="1"/>
              <a:t>VarerID</a:t>
            </a:r>
            <a:r>
              <a:rPr lang="da-DK" sz="1400" dirty="0"/>
              <a:t> ( PK )</a:t>
            </a:r>
          </a:p>
          <a:p>
            <a:pPr lvl="1"/>
            <a:r>
              <a:rPr lang="da-DK" sz="1400" dirty="0"/>
              <a:t>Navn </a:t>
            </a:r>
            <a:endParaRPr lang="en-US" sz="1400" dirty="0"/>
          </a:p>
          <a:p>
            <a:pPr lvl="1"/>
            <a:r>
              <a:rPr lang="da-DK" sz="1400" dirty="0"/>
              <a:t>Beskrivelse</a:t>
            </a:r>
            <a:endParaRPr lang="en-US" sz="1400" dirty="0"/>
          </a:p>
          <a:p>
            <a:pPr lvl="1"/>
            <a:r>
              <a:rPr lang="da-DK" sz="1400" dirty="0"/>
              <a:t>Pris</a:t>
            </a:r>
            <a:endParaRPr lang="en-US" sz="1400" dirty="0"/>
          </a:p>
          <a:p>
            <a:r>
              <a:rPr lang="da-DK" sz="1400" dirty="0" err="1"/>
              <a:t>Ordreregistering</a:t>
            </a:r>
            <a:r>
              <a:rPr lang="da-DK" sz="1400" dirty="0"/>
              <a:t>:</a:t>
            </a:r>
            <a:endParaRPr lang="en-US" sz="1400" dirty="0"/>
          </a:p>
          <a:p>
            <a:pPr lvl="1"/>
            <a:r>
              <a:rPr lang="da-DK" sz="1400" dirty="0" err="1"/>
              <a:t>OrdeID</a:t>
            </a:r>
            <a:r>
              <a:rPr lang="da-DK" sz="1400" dirty="0"/>
              <a:t> ( PK)</a:t>
            </a:r>
          </a:p>
          <a:p>
            <a:pPr lvl="1"/>
            <a:r>
              <a:rPr lang="da-DK" sz="1400" dirty="0"/>
              <a:t>Oplysninger om kunden</a:t>
            </a:r>
            <a:endParaRPr lang="en-US" sz="1400" dirty="0"/>
          </a:p>
          <a:p>
            <a:pPr lvl="1"/>
            <a:r>
              <a:rPr lang="da-DK" sz="1400" dirty="0"/>
              <a:t>Bestilte pizzaer</a:t>
            </a:r>
            <a:endParaRPr lang="en-US" sz="1400" dirty="0"/>
          </a:p>
          <a:p>
            <a:pPr lvl="1"/>
            <a:r>
              <a:rPr lang="da-DK" sz="1400" dirty="0"/>
              <a:t>Leveringsadresse</a:t>
            </a:r>
            <a:endParaRPr lang="en-US" sz="1400" dirty="0"/>
          </a:p>
          <a:p>
            <a:pPr lvl="1"/>
            <a:r>
              <a:rPr lang="da-DK" sz="1400" dirty="0"/>
              <a:t>Totalpris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1002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5A06-60FA-EF8D-ECF9-B25182101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Normalisering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1. </a:t>
            </a:r>
            <a:r>
              <a:rPr lang="en-US" dirty="0" err="1"/>
              <a:t>normalform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7760E-3866-683A-5FBC-4036FDC51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951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 sz="1600" dirty="0"/>
              <a:t>Udvidelse af attributter med mere end én værdi</a:t>
            </a:r>
          </a:p>
          <a:p>
            <a:pPr marL="285750" indent="-285750">
              <a:buFont typeface="Arial,Sans-Serif" panose="020B0604020202020204" pitchFamily="34" charset="0"/>
            </a:pPr>
            <a:r>
              <a:rPr lang="da-DK" sz="1400" dirty="0"/>
              <a:t>Kundeoplysninger:</a:t>
            </a:r>
            <a:endParaRPr lang="en-US" sz="1400" dirty="0"/>
          </a:p>
          <a:p>
            <a:pPr marL="742950" lvl="1" indent="-285750">
              <a:buFont typeface="Arial,Sans-Serif" panose="020B0604020202020204" pitchFamily="34" charset="0"/>
            </a:pPr>
            <a:r>
              <a:rPr lang="da-DK" sz="1400" err="1"/>
              <a:t>KundeID</a:t>
            </a:r>
            <a:endParaRPr lang="da-DK" sz="1400" dirty="0" err="1"/>
          </a:p>
          <a:p>
            <a:pPr marL="742950" lvl="1" indent="-285750">
              <a:buFont typeface="Arial,Sans-Serif" panose="020B0604020202020204" pitchFamily="34" charset="0"/>
            </a:pPr>
            <a:r>
              <a:rPr lang="da-DK" sz="1400" dirty="0"/>
              <a:t>Navn </a:t>
            </a:r>
            <a:endParaRPr lang="en-US" sz="1400" dirty="0"/>
          </a:p>
          <a:p>
            <a:pPr marL="742950" lvl="1" indent="-285750">
              <a:buFont typeface="Arial,Sans-Serif" panose="020B0604020202020204" pitchFamily="34" charset="0"/>
            </a:pPr>
            <a:r>
              <a:rPr lang="da-DK" sz="1400" dirty="0"/>
              <a:t>Leveringsadresse</a:t>
            </a:r>
            <a:endParaRPr lang="en-US" sz="1400" dirty="0"/>
          </a:p>
          <a:p>
            <a:pPr marL="742950" lvl="1" indent="-285750">
              <a:buFont typeface="Arial,Sans-Serif" panose="020B0604020202020204" pitchFamily="34" charset="0"/>
            </a:pPr>
            <a:r>
              <a:rPr lang="da-DK" sz="1400" dirty="0"/>
              <a:t>Kontaktoplysninger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1700FB-5ED1-F5B9-721D-4B30C543ADE6}"/>
              </a:ext>
            </a:extLst>
          </p:cNvPr>
          <p:cNvSpPr/>
          <p:nvPr/>
        </p:nvSpPr>
        <p:spPr>
          <a:xfrm>
            <a:off x="840618" y="2201333"/>
            <a:ext cx="3338285" cy="2455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da-DK" sz="1600" dirty="0"/>
              <a:t>Kundeoplysninger:</a:t>
            </a:r>
            <a:endParaRPr lang="en-US" sz="1600" dirty="0"/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da-DK" sz="1600" dirty="0" err="1"/>
              <a:t>KundeID</a:t>
            </a:r>
            <a:r>
              <a:rPr lang="da-DK" sz="1600" dirty="0"/>
              <a:t> ( PK)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600" dirty="0"/>
              <a:t>Navn </a:t>
            </a:r>
            <a:endParaRPr lang="en-US" sz="1600" dirty="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600" dirty="0"/>
              <a:t>Adresse</a:t>
            </a:r>
            <a:endParaRPr lang="en-US" sz="1600" dirty="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600" dirty="0"/>
              <a:t>By </a:t>
            </a:r>
            <a:endParaRPr lang="en-US" sz="1600" dirty="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600" dirty="0"/>
              <a:t>Postnummer</a:t>
            </a:r>
            <a:endParaRPr lang="en-US" sz="1600" dirty="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600" dirty="0"/>
              <a:t>Telefonnummer</a:t>
            </a:r>
            <a:endParaRPr lang="en-US" sz="1600" dirty="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600" dirty="0"/>
              <a:t>Mailadresse</a:t>
            </a:r>
            <a:endParaRPr lang="da-D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353B3D-39E5-EAF3-C2A5-D9D728D62E37}"/>
              </a:ext>
            </a:extLst>
          </p:cNvPr>
          <p:cNvSpPr txBox="1"/>
          <p:nvPr/>
        </p:nvSpPr>
        <p:spPr>
          <a:xfrm>
            <a:off x="6375917" y="1827245"/>
            <a:ext cx="4074367" cy="2367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da-DK" sz="1600" dirty="0"/>
              <a:t>Fjernelse af gentagne grupper</a:t>
            </a:r>
          </a:p>
          <a:p>
            <a:pPr marL="285750" indent="-285750">
              <a:buFont typeface="Arial"/>
              <a:buChar char="•"/>
            </a:pPr>
            <a:endParaRPr lang="da-DK" sz="1600" dirty="0"/>
          </a:p>
          <a:p>
            <a:pPr marL="285750" indent="-285750">
              <a:buFont typeface="Arial"/>
              <a:buChar char="•"/>
            </a:pPr>
            <a:r>
              <a:rPr lang="da-DK" sz="1600" dirty="0"/>
              <a:t>Ordreregistrering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400" dirty="0" err="1"/>
              <a:t>OrdreID</a:t>
            </a:r>
            <a:r>
              <a:rPr lang="da-DK" sz="1400" dirty="0"/>
              <a:t> ( PK )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400" dirty="0"/>
              <a:t>Oplysninger om kunden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400" dirty="0"/>
              <a:t>Bestilte pizzaer</a:t>
            </a:r>
            <a:endParaRPr lang="en-US" sz="1400" dirty="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400" dirty="0"/>
              <a:t>Leveringsadresse</a:t>
            </a:r>
            <a:endParaRPr lang="en-US" sz="1400" dirty="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da-DK" sz="1400" dirty="0"/>
              <a:t>Totalpris</a:t>
            </a:r>
            <a:endParaRPr lang="da-DK" dirty="0"/>
          </a:p>
          <a:p>
            <a:pPr marL="742950" lvl="1" indent="-285750">
              <a:buFont typeface="Courier New"/>
              <a:buChar char="o"/>
            </a:pPr>
            <a:endParaRPr lang="da-DK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59CD0E-923E-7579-9C33-B853AA51FE68}"/>
              </a:ext>
            </a:extLst>
          </p:cNvPr>
          <p:cNvSpPr/>
          <p:nvPr/>
        </p:nvSpPr>
        <p:spPr>
          <a:xfrm>
            <a:off x="8413102" y="2356146"/>
            <a:ext cx="2806959" cy="20216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,Sans-Serif"/>
              <a:buChar char="•"/>
            </a:pPr>
            <a:r>
              <a:rPr lang="da-DK" sz="1600" dirty="0"/>
              <a:t>Ordreregistrering</a:t>
            </a:r>
          </a:p>
          <a:p>
            <a:pPr marL="742950" lvl="1" indent="-285750">
              <a:buFont typeface="Arial,Sans-Serif"/>
              <a:buChar char="•"/>
            </a:pPr>
            <a:r>
              <a:rPr lang="da-DK" sz="1600" dirty="0" err="1"/>
              <a:t>OrdreID</a:t>
            </a:r>
            <a:r>
              <a:rPr lang="da-DK" sz="1600" dirty="0"/>
              <a:t> ( PK )</a:t>
            </a:r>
          </a:p>
          <a:p>
            <a:pPr marL="742950" lvl="1" indent="-285750">
              <a:buFont typeface="Arial,Sans-Serif"/>
              <a:buChar char="•"/>
            </a:pPr>
            <a:r>
              <a:rPr lang="da-DK" sz="1600" dirty="0"/>
              <a:t>Ordretidspunkt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da-DK" sz="1600" dirty="0"/>
              <a:t>Totalpris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CC9BC3-A273-0B69-9561-5E8494AA53F8}"/>
              </a:ext>
            </a:extLst>
          </p:cNvPr>
          <p:cNvSpPr/>
          <p:nvPr/>
        </p:nvSpPr>
        <p:spPr>
          <a:xfrm>
            <a:off x="5901612" y="2200470"/>
            <a:ext cx="2511487" cy="23326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da-DK" sz="1600" dirty="0"/>
              <a:t>Varelinje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da-DK" sz="1600" dirty="0"/>
              <a:t>Kvantitet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da-DK" sz="1600" dirty="0"/>
              <a:t>Tilpasning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da-DK" sz="1600" dirty="0"/>
              <a:t>Linjepris </a:t>
            </a:r>
          </a:p>
        </p:txBody>
      </p:sp>
    </p:spTree>
    <p:extLst>
      <p:ext uri="{BB962C8B-B14F-4D97-AF65-F5344CB8AC3E}">
        <p14:creationId xmlns:p14="http://schemas.microsoft.com/office/powerpoint/2010/main" val="258996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C0D6-AB2D-5738-5A86-D4EA9681A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Normalisering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2. </a:t>
            </a:r>
            <a:r>
              <a:rPr lang="en-US" dirty="0" err="1"/>
              <a:t>normalform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D49D5-0450-90D2-3579-8AFD53C2C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Fjernelse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</a:t>
            </a:r>
            <a:r>
              <a:rPr lang="en-US" dirty="0" err="1"/>
              <a:t>delvis</a:t>
            </a:r>
            <a:r>
              <a:rPr lang="en-US" dirty="0"/>
              <a:t> </a:t>
            </a:r>
            <a:r>
              <a:rPr lang="en-US" dirty="0" err="1"/>
              <a:t>afhængighed</a:t>
            </a:r>
          </a:p>
          <a:p>
            <a:pPr marL="285750" indent="-285750">
              <a:buFont typeface="Arial,Sans-Serif" panose="020B0604020202020204" pitchFamily="34" charset="0"/>
            </a:pPr>
            <a:r>
              <a:rPr lang="da-DK" sz="1800" dirty="0"/>
              <a:t>Varelinje</a:t>
            </a:r>
            <a:endParaRPr lang="en-US" sz="1800" dirty="0"/>
          </a:p>
          <a:p>
            <a:pPr marL="742950" lvl="1" indent="-285750">
              <a:buFont typeface="Arial,Sans-Serif" panose="020B0604020202020204" pitchFamily="34" charset="0"/>
            </a:pPr>
            <a:r>
              <a:rPr lang="da-DK" sz="1600" err="1"/>
              <a:t>VarelinjeID</a:t>
            </a:r>
            <a:endParaRPr lang="da-DK" sz="1600"/>
          </a:p>
          <a:p>
            <a:pPr marL="742950" lvl="1" indent="-285750">
              <a:buFont typeface="Arial,Sans-Serif" panose="020B0604020202020204" pitchFamily="34" charset="0"/>
            </a:pPr>
            <a:r>
              <a:rPr lang="da-DK" sz="1600" dirty="0"/>
              <a:t>Kvantitet</a:t>
            </a:r>
            <a:endParaRPr lang="en-US" sz="1600" dirty="0"/>
          </a:p>
          <a:p>
            <a:pPr marL="742950" lvl="1" indent="-285750">
              <a:buFont typeface="Arial,Sans-Serif" panose="020B0604020202020204" pitchFamily="34" charset="0"/>
            </a:pPr>
            <a:r>
              <a:rPr lang="da-DK" sz="1600" dirty="0"/>
              <a:t>Tilpasning</a:t>
            </a:r>
            <a:endParaRPr lang="en-US" sz="1600" dirty="0"/>
          </a:p>
          <a:p>
            <a:pPr marL="742950" lvl="1" indent="-285750">
              <a:buFont typeface="Arial,Sans-Serif" panose="020B0604020202020204" pitchFamily="34" charset="0"/>
            </a:pPr>
            <a:r>
              <a:rPr lang="da-DK" sz="1600" dirty="0"/>
              <a:t>Linjepris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527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9C4A-C376-8584-17C2-84BD0795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Normalisering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3. </a:t>
            </a:r>
            <a:r>
              <a:rPr lang="en-US" dirty="0" err="1"/>
              <a:t>normalform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403F5-272A-426C-FD1F-4D1765233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 dirty="0"/>
              <a:t>Fjernelse af afhængighed blandt attributterne 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C9D7C0-D5D0-2943-0A1D-A29B00855429}"/>
              </a:ext>
            </a:extLst>
          </p:cNvPr>
          <p:cNvSpPr/>
          <p:nvPr/>
        </p:nvSpPr>
        <p:spPr>
          <a:xfrm>
            <a:off x="1056968" y="2392517"/>
            <a:ext cx="3982064" cy="37854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da-DK" sz="1600" dirty="0">
                <a:cs typeface="Arial"/>
              </a:rPr>
              <a:t>Kundeoplysninger:</a:t>
            </a:r>
            <a:endParaRPr lang="en-US" sz="1600" dirty="0"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da-DK" sz="1600" dirty="0" err="1">
                <a:cs typeface="Arial"/>
              </a:rPr>
              <a:t>KundeID</a:t>
            </a:r>
            <a:r>
              <a:rPr lang="da-DK" sz="1600" dirty="0">
                <a:cs typeface="Arial"/>
              </a:rPr>
              <a:t> ( PK )</a:t>
            </a:r>
            <a:endParaRPr lang="en-US" sz="1600" dirty="0"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da-DK" sz="1600" dirty="0">
                <a:cs typeface="Arial"/>
              </a:rPr>
              <a:t>Navn </a:t>
            </a:r>
            <a:endParaRPr lang="en-US" sz="1600" dirty="0"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da-DK" sz="1600" dirty="0">
                <a:cs typeface="Arial"/>
              </a:rPr>
              <a:t>Adresse</a:t>
            </a:r>
            <a:endParaRPr lang="en-US" sz="1600" dirty="0"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da-DK" sz="1600" dirty="0">
                <a:cs typeface="Arial"/>
              </a:rPr>
              <a:t>Telefonnummer</a:t>
            </a:r>
            <a:endParaRPr lang="en-US" sz="1600" dirty="0"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da-DK" sz="1600" dirty="0">
                <a:cs typeface="Arial"/>
              </a:rPr>
              <a:t>Mailadresse</a:t>
            </a:r>
            <a:endParaRPr lang="da-DK"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r>
              <a:rPr lang="da-DK" sz="1600" dirty="0" err="1">
                <a:cs typeface="Arial"/>
              </a:rPr>
              <a:t>PostNR</a:t>
            </a:r>
            <a:r>
              <a:rPr lang="da-DK" sz="1600" dirty="0">
                <a:cs typeface="Arial"/>
              </a:rPr>
              <a:t> ( FK )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,Sans-Serif"/>
              <a:buChar char="•"/>
            </a:pPr>
            <a:endParaRPr lang="da-DK" sz="1600" dirty="0"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835549-727B-E774-8F4A-951151875221}"/>
              </a:ext>
            </a:extLst>
          </p:cNvPr>
          <p:cNvSpPr/>
          <p:nvPr/>
        </p:nvSpPr>
        <p:spPr>
          <a:xfrm>
            <a:off x="5604386" y="2400709"/>
            <a:ext cx="2916903" cy="25318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da-DK" sz="1600" dirty="0"/>
              <a:t>Postnummer:</a:t>
            </a:r>
            <a:endParaRPr lang="en-US" sz="1600" dirty="0"/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da-DK" sz="1600" dirty="0" err="1"/>
              <a:t>PostNR</a:t>
            </a:r>
            <a:r>
              <a:rPr lang="da-DK" sz="1600" dirty="0"/>
              <a:t> ( PK )</a:t>
            </a: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1600" dirty="0" err="1"/>
              <a:t>Bynavn</a:t>
            </a:r>
            <a:endParaRPr lang="da-DK" sz="1600" dirty="0" err="1"/>
          </a:p>
        </p:txBody>
      </p:sp>
    </p:spTree>
    <p:extLst>
      <p:ext uri="{BB962C8B-B14F-4D97-AF65-F5344CB8AC3E}">
        <p14:creationId xmlns:p14="http://schemas.microsoft.com/office/powerpoint/2010/main" val="245969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2743-3391-4B52-354B-D4CFBD2E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Fravalg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E559F-2E56-0BCB-B082-786E2778E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Fravalg af ingrediensliste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58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Torinopizza :)</vt:lpstr>
      <vt:lpstr>Krav afdækning</vt:lpstr>
      <vt:lpstr>PowerPoint Presentation</vt:lpstr>
      <vt:lpstr>PowerPoint Presentation</vt:lpstr>
      <vt:lpstr>Normalisering</vt:lpstr>
      <vt:lpstr>Normalisering til 1. normalform</vt:lpstr>
      <vt:lpstr>Normalisering til 1. normalform</vt:lpstr>
      <vt:lpstr>Normalisering til 2. normalform</vt:lpstr>
      <vt:lpstr>Normalisering til 3. normalform</vt:lpstr>
      <vt:lpstr>Fravalg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Pindstofte Pave Wejrup</dc:creator>
  <cp:revision>230</cp:revision>
  <dcterms:created xsi:type="dcterms:W3CDTF">2025-11-18T08:52:00Z</dcterms:created>
  <dcterms:modified xsi:type="dcterms:W3CDTF">2025-11-24T17:37:30Z</dcterms:modified>
</cp:coreProperties>
</file>