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F60E01-61A9-4B51-9210-76594D73B4EF}" v="96" dt="2025-11-24T09:14:2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Pindstofte Pave Wejrup" userId="5d9202a9-5506-47e5-ae1d-d89fcd27974e" providerId="ADAL" clId="{C731FEA9-4702-47CD-A3C0-299D5A21D2DB}"/>
    <pc:docChg chg="undo custSel addSld modSld addMainMaster delMainMaster modMainMaster">
      <pc:chgData name="Victor Pindstofte Pave Wejrup" userId="5d9202a9-5506-47e5-ae1d-d89fcd27974e" providerId="ADAL" clId="{C731FEA9-4702-47CD-A3C0-299D5A21D2DB}" dt="2025-11-24T09:14:27.850" v="1399"/>
      <pc:docMkLst>
        <pc:docMk/>
      </pc:docMkLst>
      <pc:sldChg chg="addSp delSp modSp mod modTransition setBg modClrScheme setClrOvrMap delDesignElem chgLayout">
        <pc:chgData name="Victor Pindstofte Pave Wejrup" userId="5d9202a9-5506-47e5-ae1d-d89fcd27974e" providerId="ADAL" clId="{C731FEA9-4702-47CD-A3C0-299D5A21D2DB}" dt="2025-11-24T09:14:27.850" v="1399"/>
        <pc:sldMkLst>
          <pc:docMk/>
          <pc:sldMk cId="109857222" sldId="256"/>
        </pc:sldMkLst>
        <pc:spChg chg="mod">
          <ac:chgData name="Victor Pindstofte Pave Wejrup" userId="5d9202a9-5506-47e5-ae1d-d89fcd27974e" providerId="ADAL" clId="{C731FEA9-4702-47CD-A3C0-299D5A21D2DB}" dt="2025-11-19T10:21:42.324" v="120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ictor Pindstofte Pave Wejrup" userId="5d9202a9-5506-47e5-ae1d-d89fcd27974e" providerId="ADAL" clId="{C731FEA9-4702-47CD-A3C0-299D5A21D2DB}" dt="2025-11-19T10:49:45.357" v="1378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Victor Pindstofte Pave Wejrup" userId="5d9202a9-5506-47e5-ae1d-d89fcd27974e" providerId="ADAL" clId="{C731FEA9-4702-47CD-A3C0-299D5A21D2DB}" dt="2025-11-19T10:21:42.324" v="120" actId="26606"/>
          <ac:spMkLst>
            <pc:docMk/>
            <pc:sldMk cId="109857222" sldId="256"/>
            <ac:spMk id="33" creationId="{71B2258F-86CA-4D4D-8270-BC05FCDEBFB3}"/>
          </ac:spMkLst>
        </pc:spChg>
        <pc:picChg chg="add mod">
          <ac:chgData name="Victor Pindstofte Pave Wejrup" userId="5d9202a9-5506-47e5-ae1d-d89fcd27974e" providerId="ADAL" clId="{C731FEA9-4702-47CD-A3C0-299D5A21D2DB}" dt="2025-11-19T10:21:48.690" v="121" actId="27614"/>
          <ac:picMkLst>
            <pc:docMk/>
            <pc:sldMk cId="109857222" sldId="256"/>
            <ac:picMk id="28" creationId="{1948241A-8D9B-EBFB-8E3A-066843DA5F7D}"/>
          </ac:picMkLst>
        </pc:picChg>
      </pc:sldChg>
      <pc:sldChg chg="addSp delSp modSp new mod modTransition setBg modNotesTx">
        <pc:chgData name="Victor Pindstofte Pave Wejrup" userId="5d9202a9-5506-47e5-ae1d-d89fcd27974e" providerId="ADAL" clId="{C731FEA9-4702-47CD-A3C0-299D5A21D2DB}" dt="2025-11-24T09:14:27.850" v="1399"/>
        <pc:sldMkLst>
          <pc:docMk/>
          <pc:sldMk cId="1305693509" sldId="257"/>
        </pc:sldMkLst>
        <pc:spChg chg="add mod">
          <ac:chgData name="Victor Pindstofte Pave Wejrup" userId="5d9202a9-5506-47e5-ae1d-d89fcd27974e" providerId="ADAL" clId="{C731FEA9-4702-47CD-A3C0-299D5A21D2DB}" dt="2025-11-19T10:16:52.929" v="71" actId="34135"/>
          <ac:spMkLst>
            <pc:docMk/>
            <pc:sldMk cId="1305693509" sldId="257"/>
            <ac:spMk id="16" creationId="{DE376E92-EC88-1018-7226-EACBB135B0A4}"/>
          </ac:spMkLst>
        </pc:spChg>
        <pc:graphicFrameChg chg="add mod modGraphic">
          <ac:chgData name="Victor Pindstofte Pave Wejrup" userId="5d9202a9-5506-47e5-ae1d-d89fcd27974e" providerId="ADAL" clId="{C731FEA9-4702-47CD-A3C0-299D5A21D2DB}" dt="2025-11-19T10:35:58.193" v="300" actId="20577"/>
          <ac:graphicFrameMkLst>
            <pc:docMk/>
            <pc:sldMk cId="1305693509" sldId="257"/>
            <ac:graphicFrameMk id="21" creationId="{9F74BD2E-28D4-2085-4F28-E4AAA121D49D}"/>
          </ac:graphicFrameMkLst>
        </pc:graphicFrameChg>
        <pc:picChg chg="add mod">
          <ac:chgData name="Victor Pindstofte Pave Wejrup" userId="5d9202a9-5506-47e5-ae1d-d89fcd27974e" providerId="ADAL" clId="{C731FEA9-4702-47CD-A3C0-299D5A21D2DB}" dt="2025-11-19T10:20:10.745" v="100" actId="34135"/>
          <ac:picMkLst>
            <pc:docMk/>
            <pc:sldMk cId="1305693509" sldId="257"/>
            <ac:picMk id="18" creationId="{951E6BF3-8436-32F4-17FF-F066F9766528}"/>
          </ac:picMkLst>
        </pc:picChg>
      </pc:sldChg>
      <pc:sldChg chg="addSp delSp modSp add mod modTransition modNotesTx">
        <pc:chgData name="Victor Pindstofte Pave Wejrup" userId="5d9202a9-5506-47e5-ae1d-d89fcd27974e" providerId="ADAL" clId="{C731FEA9-4702-47CD-A3C0-299D5A21D2DB}" dt="2025-11-24T09:14:27.850" v="1399"/>
        <pc:sldMkLst>
          <pc:docMk/>
          <pc:sldMk cId="3570926731" sldId="258"/>
        </pc:sldMkLst>
        <pc:graphicFrameChg chg="add mod modGraphic">
          <ac:chgData name="Victor Pindstofte Pave Wejrup" userId="5d9202a9-5506-47e5-ae1d-d89fcd27974e" providerId="ADAL" clId="{C731FEA9-4702-47CD-A3C0-299D5A21D2DB}" dt="2025-11-19T10:34:17.711" v="289" actId="20577"/>
          <ac:graphicFrameMkLst>
            <pc:docMk/>
            <pc:sldMk cId="3570926731" sldId="258"/>
            <ac:graphicFrameMk id="6" creationId="{DF91C3B5-C79F-C3F5-48A7-7BFBA10C26D2}"/>
          </ac:graphicFrameMkLst>
        </pc:graphicFrameChg>
        <pc:picChg chg="add mod modCrop">
          <ac:chgData name="Victor Pindstofte Pave Wejrup" userId="5d9202a9-5506-47e5-ae1d-d89fcd27974e" providerId="ADAL" clId="{C731FEA9-4702-47CD-A3C0-299D5A21D2DB}" dt="2025-11-19T10:35:33.087" v="298" actId="732"/>
          <ac:picMkLst>
            <pc:docMk/>
            <pc:sldMk cId="3570926731" sldId="258"/>
            <ac:picMk id="5" creationId="{B81E7051-B2D0-B0CC-62BE-513195E361A7}"/>
          </ac:picMkLst>
        </pc:picChg>
      </pc:sldChg>
      <pc:sldChg chg="addSp delSp modSp new mod modTransition setBg">
        <pc:chgData name="Victor Pindstofte Pave Wejrup" userId="5d9202a9-5506-47e5-ae1d-d89fcd27974e" providerId="ADAL" clId="{C731FEA9-4702-47CD-A3C0-299D5A21D2DB}" dt="2025-11-24T09:14:27.850" v="1399"/>
        <pc:sldMkLst>
          <pc:docMk/>
          <pc:sldMk cId="333750529" sldId="259"/>
        </pc:sldMkLst>
        <pc:spChg chg="mod">
          <ac:chgData name="Victor Pindstofte Pave Wejrup" userId="5d9202a9-5506-47e5-ae1d-d89fcd27974e" providerId="ADAL" clId="{C731FEA9-4702-47CD-A3C0-299D5A21D2DB}" dt="2025-11-19T10:23:47.001" v="133" actId="26606"/>
          <ac:spMkLst>
            <pc:docMk/>
            <pc:sldMk cId="333750529" sldId="259"/>
            <ac:spMk id="2" creationId="{AEE223A5-BB35-C939-5709-91E0F2D46163}"/>
          </ac:spMkLst>
        </pc:spChg>
        <pc:spChg chg="add">
          <ac:chgData name="Victor Pindstofte Pave Wejrup" userId="5d9202a9-5506-47e5-ae1d-d89fcd27974e" providerId="ADAL" clId="{C731FEA9-4702-47CD-A3C0-299D5A21D2DB}" dt="2025-11-19T10:23:47.001" v="133" actId="26606"/>
          <ac:spMkLst>
            <pc:docMk/>
            <pc:sldMk cId="333750529" sldId="259"/>
            <ac:spMk id="16" creationId="{D12DDE76-C203-4047-9998-63900085B5E8}"/>
          </ac:spMkLst>
        </pc:spChg>
        <pc:picChg chg="add mod">
          <ac:chgData name="Victor Pindstofte Pave Wejrup" userId="5d9202a9-5506-47e5-ae1d-d89fcd27974e" providerId="ADAL" clId="{C731FEA9-4702-47CD-A3C0-299D5A21D2DB}" dt="2025-11-19T10:24:13.796" v="136" actId="208"/>
          <ac:picMkLst>
            <pc:docMk/>
            <pc:sldMk cId="333750529" sldId="259"/>
            <ac:picMk id="5" creationId="{604A923A-CF98-3149-6F79-7CE01BC9B064}"/>
          </ac:picMkLst>
        </pc:picChg>
      </pc:sldChg>
      <pc:sldChg chg="addSp delSp modSp new mod modTransition">
        <pc:chgData name="Victor Pindstofte Pave Wejrup" userId="5d9202a9-5506-47e5-ae1d-d89fcd27974e" providerId="ADAL" clId="{C731FEA9-4702-47CD-A3C0-299D5A21D2DB}" dt="2025-11-24T09:14:27.850" v="1399"/>
        <pc:sldMkLst>
          <pc:docMk/>
          <pc:sldMk cId="4082298565" sldId="260"/>
        </pc:sldMkLst>
        <pc:spChg chg="mod">
          <ac:chgData name="Victor Pindstofte Pave Wejrup" userId="5d9202a9-5506-47e5-ae1d-d89fcd27974e" providerId="ADAL" clId="{C731FEA9-4702-47CD-A3C0-299D5A21D2DB}" dt="2025-11-24T09:13:47.423" v="1393" actId="207"/>
          <ac:spMkLst>
            <pc:docMk/>
            <pc:sldMk cId="4082298565" sldId="260"/>
            <ac:spMk id="2" creationId="{B478A35D-B3AA-5AC6-DE83-659CE79E73A0}"/>
          </ac:spMkLst>
        </pc:spChg>
        <pc:spChg chg="del">
          <ac:chgData name="Victor Pindstofte Pave Wejrup" userId="5d9202a9-5506-47e5-ae1d-d89fcd27974e" providerId="ADAL" clId="{C731FEA9-4702-47CD-A3C0-299D5A21D2DB}" dt="2025-11-24T09:13:22.064" v="1380"/>
          <ac:spMkLst>
            <pc:docMk/>
            <pc:sldMk cId="4082298565" sldId="260"/>
            <ac:spMk id="3" creationId="{E5A5CCB9-A280-F4BE-5545-D1F09E534937}"/>
          </ac:spMkLst>
        </pc:spChg>
        <pc:spChg chg="add del mod">
          <ac:chgData name="Victor Pindstofte Pave Wejrup" userId="5d9202a9-5506-47e5-ae1d-d89fcd27974e" providerId="ADAL" clId="{C731FEA9-4702-47CD-A3C0-299D5A21D2DB}" dt="2025-11-24T09:14:09.017" v="1394"/>
          <ac:spMkLst>
            <pc:docMk/>
            <pc:sldMk cId="4082298565" sldId="260"/>
            <ac:spMk id="5" creationId="{B4871232-5CA3-E1A7-B44B-DEA8278CEFD3}"/>
          </ac:spMkLst>
        </pc:spChg>
        <pc:picChg chg="add del mod">
          <ac:chgData name="Victor Pindstofte Pave Wejrup" userId="5d9202a9-5506-47e5-ae1d-d89fcd27974e" providerId="ADAL" clId="{C731FEA9-4702-47CD-A3C0-299D5A21D2DB}" dt="2025-11-24T09:13:36.092" v="1381" actId="478"/>
          <ac:picMkLst>
            <pc:docMk/>
            <pc:sldMk cId="4082298565" sldId="260"/>
            <ac:picMk id="4" creationId="{FBDBE70C-2757-E110-4AE5-1EEA7F12F333}"/>
          </ac:picMkLst>
        </pc:picChg>
        <pc:picChg chg="add mod">
          <ac:chgData name="Victor Pindstofte Pave Wejrup" userId="5d9202a9-5506-47e5-ae1d-d89fcd27974e" providerId="ADAL" clId="{C731FEA9-4702-47CD-A3C0-299D5A21D2DB}" dt="2025-11-24T09:14:16.378" v="1397" actId="1076"/>
          <ac:picMkLst>
            <pc:docMk/>
            <pc:sldMk cId="4082298565" sldId="260"/>
            <ac:picMk id="7" creationId="{914AF4BE-5E8C-C8A4-4F14-E8CD6352B762}"/>
          </ac:picMkLst>
        </pc:picChg>
      </pc:sldChg>
      <pc:sldMasterChg chg="modTransition setBg modSldLayout">
        <pc:chgData name="Victor Pindstofte Pave Wejrup" userId="5d9202a9-5506-47e5-ae1d-d89fcd27974e" providerId="ADAL" clId="{C731FEA9-4702-47CD-A3C0-299D5A21D2DB}" dt="2025-11-24T09:14:27.850" v="1399"/>
        <pc:sldMasterMkLst>
          <pc:docMk/>
          <pc:sldMasterMk cId="3111105301" sldId="2147483725"/>
        </pc:sldMasterMkLst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1074709080" sldId="2147483726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3664069444" sldId="2147483727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1001580925" sldId="2147483728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1064603166" sldId="2147483729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392135193" sldId="2147483730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2671235742" sldId="2147483731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1858757008" sldId="2147483732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2005970901" sldId="2147483733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379498910" sldId="2147483734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633632885" sldId="2147483735"/>
          </pc:sldLayoutMkLst>
        </pc:sldLayoutChg>
        <pc:sldLayoutChg chg="modTransition setBg">
          <pc:chgData name="Victor Pindstofte Pave Wejrup" userId="5d9202a9-5506-47e5-ae1d-d89fcd27974e" providerId="ADAL" clId="{C731FEA9-4702-47CD-A3C0-299D5A21D2DB}" dt="2025-11-24T09:14:27.850" v="1399"/>
          <pc:sldLayoutMkLst>
            <pc:docMk/>
            <pc:sldMasterMk cId="3111105301" sldId="2147483725"/>
            <pc:sldLayoutMk cId="2122189410" sldId="214748373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9016A8-FFD3-4325-AFB9-02AEC5E3D96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F67B6549-41DF-4991-AF71-F16D7E67B70B}">
      <dgm:prSet phldrT="[Text]" phldr="0"/>
      <dgm:spPr/>
      <dgm:t>
        <a:bodyPr/>
        <a:lstStyle/>
        <a:p>
          <a:r>
            <a:rPr lang="da-DK"/>
            <a:t>CHAR</a:t>
          </a:r>
        </a:p>
      </dgm:t>
    </dgm:pt>
    <dgm:pt modelId="{02DB6460-2911-4691-8086-1D500F8CE7A7}" type="parTrans" cxnId="{DA57909B-F1BA-4031-B912-8D677FA009DC}">
      <dgm:prSet/>
      <dgm:spPr/>
      <dgm:t>
        <a:bodyPr/>
        <a:lstStyle/>
        <a:p>
          <a:endParaRPr lang="da-DK"/>
        </a:p>
      </dgm:t>
    </dgm:pt>
    <dgm:pt modelId="{F60C1804-8986-499E-A481-BBBE6F785787}" type="sibTrans" cxnId="{DA57909B-F1BA-4031-B912-8D677FA009DC}">
      <dgm:prSet/>
      <dgm:spPr/>
      <dgm:t>
        <a:bodyPr/>
        <a:lstStyle/>
        <a:p>
          <a:endParaRPr lang="da-DK"/>
        </a:p>
      </dgm:t>
    </dgm:pt>
    <dgm:pt modelId="{C69CD4C9-5CF8-4EF8-B350-B4D548B914B1}">
      <dgm:prSet phldrT="[Text]" phldr="0"/>
      <dgm:spPr/>
      <dgm:t>
        <a:bodyPr/>
        <a:lstStyle/>
        <a:p>
          <a:r>
            <a:rPr lang="da-DK"/>
            <a:t>VARCHAR</a:t>
          </a:r>
        </a:p>
      </dgm:t>
    </dgm:pt>
    <dgm:pt modelId="{D2C5869E-3A31-44B6-920B-F455406A32B6}" type="parTrans" cxnId="{40C25917-62A2-4DBC-87DF-311436FF1161}">
      <dgm:prSet/>
      <dgm:spPr/>
      <dgm:t>
        <a:bodyPr/>
        <a:lstStyle/>
        <a:p>
          <a:endParaRPr lang="da-DK"/>
        </a:p>
      </dgm:t>
    </dgm:pt>
    <dgm:pt modelId="{7110979F-C7C2-442B-990E-BDB36F60ACAF}" type="sibTrans" cxnId="{40C25917-62A2-4DBC-87DF-311436FF1161}">
      <dgm:prSet/>
      <dgm:spPr/>
      <dgm:t>
        <a:bodyPr/>
        <a:lstStyle/>
        <a:p>
          <a:endParaRPr lang="da-DK"/>
        </a:p>
      </dgm:t>
    </dgm:pt>
    <dgm:pt modelId="{948270D2-1177-4EB2-A7A3-D0946C9BD5B2}">
      <dgm:prSet phldrT="[Text]" phldr="0"/>
      <dgm:spPr/>
      <dgm:t>
        <a:bodyPr/>
        <a:lstStyle/>
        <a:p>
          <a:r>
            <a:rPr lang="da-DK"/>
            <a:t>INT</a:t>
          </a:r>
        </a:p>
      </dgm:t>
    </dgm:pt>
    <dgm:pt modelId="{193666C8-F688-4C3E-81C3-C87540EF94A0}" type="parTrans" cxnId="{C703574E-6C49-46D2-BF93-81D975D263DF}">
      <dgm:prSet/>
      <dgm:spPr/>
      <dgm:t>
        <a:bodyPr/>
        <a:lstStyle/>
        <a:p>
          <a:endParaRPr lang="da-DK"/>
        </a:p>
      </dgm:t>
    </dgm:pt>
    <dgm:pt modelId="{86109C0B-3417-4699-BE24-5AD1E14EC394}" type="sibTrans" cxnId="{C703574E-6C49-46D2-BF93-81D975D263DF}">
      <dgm:prSet/>
      <dgm:spPr/>
      <dgm:t>
        <a:bodyPr/>
        <a:lstStyle/>
        <a:p>
          <a:endParaRPr lang="da-DK"/>
        </a:p>
      </dgm:t>
    </dgm:pt>
    <dgm:pt modelId="{0B2859EB-21F5-476B-9AE7-325053006715}" type="pres">
      <dgm:prSet presAssocID="{C69016A8-FFD3-4325-AFB9-02AEC5E3D965}" presName="diagram" presStyleCnt="0">
        <dgm:presLayoutVars>
          <dgm:dir/>
          <dgm:resizeHandles val="exact"/>
        </dgm:presLayoutVars>
      </dgm:prSet>
      <dgm:spPr/>
    </dgm:pt>
    <dgm:pt modelId="{80AF110A-93A7-4C3A-9877-B7FE3D180BA8}" type="pres">
      <dgm:prSet presAssocID="{F67B6549-41DF-4991-AF71-F16D7E67B70B}" presName="node" presStyleLbl="node1" presStyleIdx="0" presStyleCnt="3">
        <dgm:presLayoutVars>
          <dgm:bulletEnabled val="1"/>
        </dgm:presLayoutVars>
      </dgm:prSet>
      <dgm:spPr/>
    </dgm:pt>
    <dgm:pt modelId="{3AB23BAE-D45C-40F5-A612-3436B10F12DD}" type="pres">
      <dgm:prSet presAssocID="{F60C1804-8986-499E-A481-BBBE6F785787}" presName="sibTrans" presStyleCnt="0"/>
      <dgm:spPr/>
    </dgm:pt>
    <dgm:pt modelId="{E0BC9A66-B9B7-4F30-AD9A-C5A18A29ED2C}" type="pres">
      <dgm:prSet presAssocID="{C69CD4C9-5CF8-4EF8-B350-B4D548B914B1}" presName="node" presStyleLbl="node1" presStyleIdx="1" presStyleCnt="3">
        <dgm:presLayoutVars>
          <dgm:bulletEnabled val="1"/>
        </dgm:presLayoutVars>
      </dgm:prSet>
      <dgm:spPr/>
    </dgm:pt>
    <dgm:pt modelId="{F938E634-4958-414D-825D-1EB539B6B8BC}" type="pres">
      <dgm:prSet presAssocID="{7110979F-C7C2-442B-990E-BDB36F60ACAF}" presName="sibTrans" presStyleCnt="0"/>
      <dgm:spPr/>
    </dgm:pt>
    <dgm:pt modelId="{827872A6-4099-4D19-AE1B-D0EBCBFF23A2}" type="pres">
      <dgm:prSet presAssocID="{948270D2-1177-4EB2-A7A3-D0946C9BD5B2}" presName="node" presStyleLbl="node1" presStyleIdx="2" presStyleCnt="3">
        <dgm:presLayoutVars>
          <dgm:bulletEnabled val="1"/>
        </dgm:presLayoutVars>
      </dgm:prSet>
      <dgm:spPr/>
    </dgm:pt>
  </dgm:ptLst>
  <dgm:cxnLst>
    <dgm:cxn modelId="{40C25917-62A2-4DBC-87DF-311436FF1161}" srcId="{C69016A8-FFD3-4325-AFB9-02AEC5E3D965}" destId="{C69CD4C9-5CF8-4EF8-B350-B4D548B914B1}" srcOrd="1" destOrd="0" parTransId="{D2C5869E-3A31-44B6-920B-F455406A32B6}" sibTransId="{7110979F-C7C2-442B-990E-BDB36F60ACAF}"/>
    <dgm:cxn modelId="{4009523B-31F6-45C3-AEFB-90055A331A83}" type="presOf" srcId="{C69CD4C9-5CF8-4EF8-B350-B4D548B914B1}" destId="{E0BC9A66-B9B7-4F30-AD9A-C5A18A29ED2C}" srcOrd="0" destOrd="0" presId="urn:microsoft.com/office/officeart/2005/8/layout/default"/>
    <dgm:cxn modelId="{3EE19265-1869-4A8C-8791-50403E909B85}" type="presOf" srcId="{948270D2-1177-4EB2-A7A3-D0946C9BD5B2}" destId="{827872A6-4099-4D19-AE1B-D0EBCBFF23A2}" srcOrd="0" destOrd="0" presId="urn:microsoft.com/office/officeart/2005/8/layout/default"/>
    <dgm:cxn modelId="{C703574E-6C49-46D2-BF93-81D975D263DF}" srcId="{C69016A8-FFD3-4325-AFB9-02AEC5E3D965}" destId="{948270D2-1177-4EB2-A7A3-D0946C9BD5B2}" srcOrd="2" destOrd="0" parTransId="{193666C8-F688-4C3E-81C3-C87540EF94A0}" sibTransId="{86109C0B-3417-4699-BE24-5AD1E14EC394}"/>
    <dgm:cxn modelId="{0F35E87F-1B8C-4680-9964-CB4936C6463D}" type="presOf" srcId="{F67B6549-41DF-4991-AF71-F16D7E67B70B}" destId="{80AF110A-93A7-4C3A-9877-B7FE3D180BA8}" srcOrd="0" destOrd="0" presId="urn:microsoft.com/office/officeart/2005/8/layout/default"/>
    <dgm:cxn modelId="{DA57909B-F1BA-4031-B912-8D677FA009DC}" srcId="{C69016A8-FFD3-4325-AFB9-02AEC5E3D965}" destId="{F67B6549-41DF-4991-AF71-F16D7E67B70B}" srcOrd="0" destOrd="0" parTransId="{02DB6460-2911-4691-8086-1D500F8CE7A7}" sibTransId="{F60C1804-8986-499E-A481-BBBE6F785787}"/>
    <dgm:cxn modelId="{F39002C9-290F-42FF-BB47-B54AB9046EAA}" type="presOf" srcId="{C69016A8-FFD3-4325-AFB9-02AEC5E3D965}" destId="{0B2859EB-21F5-476B-9AE7-325053006715}" srcOrd="0" destOrd="0" presId="urn:microsoft.com/office/officeart/2005/8/layout/default"/>
    <dgm:cxn modelId="{0C520CB0-60BE-49CD-9C5E-EBA8EB6DA7C0}" type="presParOf" srcId="{0B2859EB-21F5-476B-9AE7-325053006715}" destId="{80AF110A-93A7-4C3A-9877-B7FE3D180BA8}" srcOrd="0" destOrd="0" presId="urn:microsoft.com/office/officeart/2005/8/layout/default"/>
    <dgm:cxn modelId="{8D00CD99-9253-4DA7-99EC-2CCE73558592}" type="presParOf" srcId="{0B2859EB-21F5-476B-9AE7-325053006715}" destId="{3AB23BAE-D45C-40F5-A612-3436B10F12DD}" srcOrd="1" destOrd="0" presId="urn:microsoft.com/office/officeart/2005/8/layout/default"/>
    <dgm:cxn modelId="{7B5FFA6B-9B87-4C37-8D93-20EDA0144477}" type="presParOf" srcId="{0B2859EB-21F5-476B-9AE7-325053006715}" destId="{E0BC9A66-B9B7-4F30-AD9A-C5A18A29ED2C}" srcOrd="2" destOrd="0" presId="urn:microsoft.com/office/officeart/2005/8/layout/default"/>
    <dgm:cxn modelId="{4D8D3B51-FA04-4C27-BF68-9FA93ADC47CF}" type="presParOf" srcId="{0B2859EB-21F5-476B-9AE7-325053006715}" destId="{F938E634-4958-414D-825D-1EB539B6B8BC}" srcOrd="3" destOrd="0" presId="urn:microsoft.com/office/officeart/2005/8/layout/default"/>
    <dgm:cxn modelId="{2188FDBA-8E52-4D5D-9B37-FE5DF70DB271}" type="presParOf" srcId="{0B2859EB-21F5-476B-9AE7-325053006715}" destId="{827872A6-4099-4D19-AE1B-D0EBCBFF23A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9016A8-FFD3-4325-AFB9-02AEC5E3D96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a-DK"/>
        </a:p>
      </dgm:t>
    </dgm:pt>
    <dgm:pt modelId="{F67B6549-41DF-4991-AF71-F16D7E67B70B}">
      <dgm:prSet phldrT="[Text]" phldr="0"/>
      <dgm:spPr/>
      <dgm:t>
        <a:bodyPr/>
        <a:lstStyle/>
        <a:p>
          <a:r>
            <a:rPr lang="da-DK"/>
            <a:t>CHAR</a:t>
          </a:r>
        </a:p>
      </dgm:t>
    </dgm:pt>
    <dgm:pt modelId="{02DB6460-2911-4691-8086-1D500F8CE7A7}" type="parTrans" cxnId="{DA57909B-F1BA-4031-B912-8D677FA009DC}">
      <dgm:prSet/>
      <dgm:spPr/>
      <dgm:t>
        <a:bodyPr/>
        <a:lstStyle/>
        <a:p>
          <a:endParaRPr lang="da-DK"/>
        </a:p>
      </dgm:t>
    </dgm:pt>
    <dgm:pt modelId="{F60C1804-8986-499E-A481-BBBE6F785787}" type="sibTrans" cxnId="{DA57909B-F1BA-4031-B912-8D677FA009DC}">
      <dgm:prSet/>
      <dgm:spPr/>
      <dgm:t>
        <a:bodyPr/>
        <a:lstStyle/>
        <a:p>
          <a:endParaRPr lang="da-DK"/>
        </a:p>
      </dgm:t>
    </dgm:pt>
    <dgm:pt modelId="{C69CD4C9-5CF8-4EF8-B350-B4D548B914B1}">
      <dgm:prSet phldrT="[Text]" phldr="0"/>
      <dgm:spPr/>
      <dgm:t>
        <a:bodyPr/>
        <a:lstStyle/>
        <a:p>
          <a:r>
            <a:rPr lang="da-DK"/>
            <a:t>VARCHAR</a:t>
          </a:r>
        </a:p>
      </dgm:t>
    </dgm:pt>
    <dgm:pt modelId="{D2C5869E-3A31-44B6-920B-F455406A32B6}" type="parTrans" cxnId="{40C25917-62A2-4DBC-87DF-311436FF1161}">
      <dgm:prSet/>
      <dgm:spPr/>
      <dgm:t>
        <a:bodyPr/>
        <a:lstStyle/>
        <a:p>
          <a:endParaRPr lang="da-DK"/>
        </a:p>
      </dgm:t>
    </dgm:pt>
    <dgm:pt modelId="{7110979F-C7C2-442B-990E-BDB36F60ACAF}" type="sibTrans" cxnId="{40C25917-62A2-4DBC-87DF-311436FF1161}">
      <dgm:prSet/>
      <dgm:spPr/>
      <dgm:t>
        <a:bodyPr/>
        <a:lstStyle/>
        <a:p>
          <a:endParaRPr lang="da-DK"/>
        </a:p>
      </dgm:t>
    </dgm:pt>
    <dgm:pt modelId="{948270D2-1177-4EB2-A7A3-D0946C9BD5B2}">
      <dgm:prSet phldrT="[Text]" phldr="0"/>
      <dgm:spPr/>
      <dgm:t>
        <a:bodyPr/>
        <a:lstStyle/>
        <a:p>
          <a:r>
            <a:rPr lang="da-DK"/>
            <a:t>INT</a:t>
          </a:r>
        </a:p>
      </dgm:t>
    </dgm:pt>
    <dgm:pt modelId="{193666C8-F688-4C3E-81C3-C87540EF94A0}" type="parTrans" cxnId="{C703574E-6C49-46D2-BF93-81D975D263DF}">
      <dgm:prSet/>
      <dgm:spPr/>
      <dgm:t>
        <a:bodyPr/>
        <a:lstStyle/>
        <a:p>
          <a:endParaRPr lang="da-DK"/>
        </a:p>
      </dgm:t>
    </dgm:pt>
    <dgm:pt modelId="{86109C0B-3417-4699-BE24-5AD1E14EC394}" type="sibTrans" cxnId="{C703574E-6C49-46D2-BF93-81D975D263DF}">
      <dgm:prSet/>
      <dgm:spPr/>
      <dgm:t>
        <a:bodyPr/>
        <a:lstStyle/>
        <a:p>
          <a:endParaRPr lang="da-DK"/>
        </a:p>
      </dgm:t>
    </dgm:pt>
    <dgm:pt modelId="{52D1A47D-A1ED-459D-870E-9C17B92C30E8}">
      <dgm:prSet phldrT="[Text]" phldr="0"/>
      <dgm:spPr/>
      <dgm:t>
        <a:bodyPr/>
        <a:lstStyle/>
        <a:p>
          <a:r>
            <a:rPr lang="da-DK"/>
            <a:t>DATETIME</a:t>
          </a:r>
        </a:p>
      </dgm:t>
    </dgm:pt>
    <dgm:pt modelId="{C3842906-F91D-419D-A828-BA1BB8C07F75}" type="parTrans" cxnId="{C48D57C5-4877-4522-AAFD-CF1D1E6B8312}">
      <dgm:prSet/>
      <dgm:spPr/>
    </dgm:pt>
    <dgm:pt modelId="{EB03DB47-ADD1-429E-BBBC-A558866BE566}" type="sibTrans" cxnId="{C48D57C5-4877-4522-AAFD-CF1D1E6B8312}">
      <dgm:prSet/>
      <dgm:spPr/>
    </dgm:pt>
    <dgm:pt modelId="{6969EADD-413C-411E-A7DE-813A83FFAC42}">
      <dgm:prSet phldrT="[Text]" phldr="0"/>
      <dgm:spPr/>
      <dgm:t>
        <a:bodyPr/>
        <a:lstStyle/>
        <a:p>
          <a:r>
            <a:rPr lang="da-DK"/>
            <a:t>DOUBLE</a:t>
          </a:r>
        </a:p>
      </dgm:t>
    </dgm:pt>
    <dgm:pt modelId="{128D3F64-0A05-4CF8-86FA-B60E73C90AED}" type="parTrans" cxnId="{7303B2AC-AF01-4442-93A6-54B3B7D9FFC7}">
      <dgm:prSet/>
      <dgm:spPr/>
    </dgm:pt>
    <dgm:pt modelId="{0AB50ABD-F301-4BF3-B3BE-A1579D24E573}" type="sibTrans" cxnId="{7303B2AC-AF01-4442-93A6-54B3B7D9FFC7}">
      <dgm:prSet/>
      <dgm:spPr/>
    </dgm:pt>
    <dgm:pt modelId="{0B2859EB-21F5-476B-9AE7-325053006715}" type="pres">
      <dgm:prSet presAssocID="{C69016A8-FFD3-4325-AFB9-02AEC5E3D965}" presName="diagram" presStyleCnt="0">
        <dgm:presLayoutVars>
          <dgm:dir/>
          <dgm:resizeHandles val="exact"/>
        </dgm:presLayoutVars>
      </dgm:prSet>
      <dgm:spPr/>
    </dgm:pt>
    <dgm:pt modelId="{80AF110A-93A7-4C3A-9877-B7FE3D180BA8}" type="pres">
      <dgm:prSet presAssocID="{F67B6549-41DF-4991-AF71-F16D7E67B70B}" presName="node" presStyleLbl="node1" presStyleIdx="0" presStyleCnt="5">
        <dgm:presLayoutVars>
          <dgm:bulletEnabled val="1"/>
        </dgm:presLayoutVars>
      </dgm:prSet>
      <dgm:spPr/>
    </dgm:pt>
    <dgm:pt modelId="{3AB23BAE-D45C-40F5-A612-3436B10F12DD}" type="pres">
      <dgm:prSet presAssocID="{F60C1804-8986-499E-A481-BBBE6F785787}" presName="sibTrans" presStyleCnt="0"/>
      <dgm:spPr/>
    </dgm:pt>
    <dgm:pt modelId="{E0BC9A66-B9B7-4F30-AD9A-C5A18A29ED2C}" type="pres">
      <dgm:prSet presAssocID="{C69CD4C9-5CF8-4EF8-B350-B4D548B914B1}" presName="node" presStyleLbl="node1" presStyleIdx="1" presStyleCnt="5">
        <dgm:presLayoutVars>
          <dgm:bulletEnabled val="1"/>
        </dgm:presLayoutVars>
      </dgm:prSet>
      <dgm:spPr/>
    </dgm:pt>
    <dgm:pt modelId="{F938E634-4958-414D-825D-1EB539B6B8BC}" type="pres">
      <dgm:prSet presAssocID="{7110979F-C7C2-442B-990E-BDB36F60ACAF}" presName="sibTrans" presStyleCnt="0"/>
      <dgm:spPr/>
    </dgm:pt>
    <dgm:pt modelId="{827872A6-4099-4D19-AE1B-D0EBCBFF23A2}" type="pres">
      <dgm:prSet presAssocID="{948270D2-1177-4EB2-A7A3-D0946C9BD5B2}" presName="node" presStyleLbl="node1" presStyleIdx="2" presStyleCnt="5">
        <dgm:presLayoutVars>
          <dgm:bulletEnabled val="1"/>
        </dgm:presLayoutVars>
      </dgm:prSet>
      <dgm:spPr/>
    </dgm:pt>
    <dgm:pt modelId="{05A4BFFB-5E0D-4632-8962-D793954E028E}" type="pres">
      <dgm:prSet presAssocID="{86109C0B-3417-4699-BE24-5AD1E14EC394}" presName="sibTrans" presStyleCnt="0"/>
      <dgm:spPr/>
    </dgm:pt>
    <dgm:pt modelId="{B2DE9E9E-4D68-4331-9007-68BD74F31C2A}" type="pres">
      <dgm:prSet presAssocID="{52D1A47D-A1ED-459D-870E-9C17B92C30E8}" presName="node" presStyleLbl="node1" presStyleIdx="3" presStyleCnt="5">
        <dgm:presLayoutVars>
          <dgm:bulletEnabled val="1"/>
        </dgm:presLayoutVars>
      </dgm:prSet>
      <dgm:spPr/>
    </dgm:pt>
    <dgm:pt modelId="{A10DFD4D-4240-4B91-90E2-139C820FC981}" type="pres">
      <dgm:prSet presAssocID="{EB03DB47-ADD1-429E-BBBC-A558866BE566}" presName="sibTrans" presStyleCnt="0"/>
      <dgm:spPr/>
    </dgm:pt>
    <dgm:pt modelId="{CBAD737A-2F12-4F84-A369-D94C3A1275CA}" type="pres">
      <dgm:prSet presAssocID="{6969EADD-413C-411E-A7DE-813A83FFAC42}" presName="node" presStyleLbl="node1" presStyleIdx="4" presStyleCnt="5">
        <dgm:presLayoutVars>
          <dgm:bulletEnabled val="1"/>
        </dgm:presLayoutVars>
      </dgm:prSet>
      <dgm:spPr/>
    </dgm:pt>
  </dgm:ptLst>
  <dgm:cxnLst>
    <dgm:cxn modelId="{40C25917-62A2-4DBC-87DF-311436FF1161}" srcId="{C69016A8-FFD3-4325-AFB9-02AEC5E3D965}" destId="{C69CD4C9-5CF8-4EF8-B350-B4D548B914B1}" srcOrd="1" destOrd="0" parTransId="{D2C5869E-3A31-44B6-920B-F455406A32B6}" sibTransId="{7110979F-C7C2-442B-990E-BDB36F60ACAF}"/>
    <dgm:cxn modelId="{4009523B-31F6-45C3-AEFB-90055A331A83}" type="presOf" srcId="{C69CD4C9-5CF8-4EF8-B350-B4D548B914B1}" destId="{E0BC9A66-B9B7-4F30-AD9A-C5A18A29ED2C}" srcOrd="0" destOrd="0" presId="urn:microsoft.com/office/officeart/2005/8/layout/default"/>
    <dgm:cxn modelId="{28A37E45-7876-4F80-A279-F417A0B0E789}" type="presOf" srcId="{6969EADD-413C-411E-A7DE-813A83FFAC42}" destId="{CBAD737A-2F12-4F84-A369-D94C3A1275CA}" srcOrd="0" destOrd="0" presId="urn:microsoft.com/office/officeart/2005/8/layout/default"/>
    <dgm:cxn modelId="{3EE19265-1869-4A8C-8791-50403E909B85}" type="presOf" srcId="{948270D2-1177-4EB2-A7A3-D0946C9BD5B2}" destId="{827872A6-4099-4D19-AE1B-D0EBCBFF23A2}" srcOrd="0" destOrd="0" presId="urn:microsoft.com/office/officeart/2005/8/layout/default"/>
    <dgm:cxn modelId="{C703574E-6C49-46D2-BF93-81D975D263DF}" srcId="{C69016A8-FFD3-4325-AFB9-02AEC5E3D965}" destId="{948270D2-1177-4EB2-A7A3-D0946C9BD5B2}" srcOrd="2" destOrd="0" parTransId="{193666C8-F688-4C3E-81C3-C87540EF94A0}" sibTransId="{86109C0B-3417-4699-BE24-5AD1E14EC394}"/>
    <dgm:cxn modelId="{0F35E87F-1B8C-4680-9964-CB4936C6463D}" type="presOf" srcId="{F67B6549-41DF-4991-AF71-F16D7E67B70B}" destId="{80AF110A-93A7-4C3A-9877-B7FE3D180BA8}" srcOrd="0" destOrd="0" presId="urn:microsoft.com/office/officeart/2005/8/layout/default"/>
    <dgm:cxn modelId="{DA57909B-F1BA-4031-B912-8D677FA009DC}" srcId="{C69016A8-FFD3-4325-AFB9-02AEC5E3D965}" destId="{F67B6549-41DF-4991-AF71-F16D7E67B70B}" srcOrd="0" destOrd="0" parTransId="{02DB6460-2911-4691-8086-1D500F8CE7A7}" sibTransId="{F60C1804-8986-499E-A481-BBBE6F785787}"/>
    <dgm:cxn modelId="{ACEFFBAB-CE07-42B6-8054-4F206700043D}" type="presOf" srcId="{52D1A47D-A1ED-459D-870E-9C17B92C30E8}" destId="{B2DE9E9E-4D68-4331-9007-68BD74F31C2A}" srcOrd="0" destOrd="0" presId="urn:microsoft.com/office/officeart/2005/8/layout/default"/>
    <dgm:cxn modelId="{7303B2AC-AF01-4442-93A6-54B3B7D9FFC7}" srcId="{C69016A8-FFD3-4325-AFB9-02AEC5E3D965}" destId="{6969EADD-413C-411E-A7DE-813A83FFAC42}" srcOrd="4" destOrd="0" parTransId="{128D3F64-0A05-4CF8-86FA-B60E73C90AED}" sibTransId="{0AB50ABD-F301-4BF3-B3BE-A1579D24E573}"/>
    <dgm:cxn modelId="{C48D57C5-4877-4522-AAFD-CF1D1E6B8312}" srcId="{C69016A8-FFD3-4325-AFB9-02AEC5E3D965}" destId="{52D1A47D-A1ED-459D-870E-9C17B92C30E8}" srcOrd="3" destOrd="0" parTransId="{C3842906-F91D-419D-A828-BA1BB8C07F75}" sibTransId="{EB03DB47-ADD1-429E-BBBC-A558866BE566}"/>
    <dgm:cxn modelId="{F39002C9-290F-42FF-BB47-B54AB9046EAA}" type="presOf" srcId="{C69016A8-FFD3-4325-AFB9-02AEC5E3D965}" destId="{0B2859EB-21F5-476B-9AE7-325053006715}" srcOrd="0" destOrd="0" presId="urn:microsoft.com/office/officeart/2005/8/layout/default"/>
    <dgm:cxn modelId="{0C520CB0-60BE-49CD-9C5E-EBA8EB6DA7C0}" type="presParOf" srcId="{0B2859EB-21F5-476B-9AE7-325053006715}" destId="{80AF110A-93A7-4C3A-9877-B7FE3D180BA8}" srcOrd="0" destOrd="0" presId="urn:microsoft.com/office/officeart/2005/8/layout/default"/>
    <dgm:cxn modelId="{8D00CD99-9253-4DA7-99EC-2CCE73558592}" type="presParOf" srcId="{0B2859EB-21F5-476B-9AE7-325053006715}" destId="{3AB23BAE-D45C-40F5-A612-3436B10F12DD}" srcOrd="1" destOrd="0" presId="urn:microsoft.com/office/officeart/2005/8/layout/default"/>
    <dgm:cxn modelId="{7B5FFA6B-9B87-4C37-8D93-20EDA0144477}" type="presParOf" srcId="{0B2859EB-21F5-476B-9AE7-325053006715}" destId="{E0BC9A66-B9B7-4F30-AD9A-C5A18A29ED2C}" srcOrd="2" destOrd="0" presId="urn:microsoft.com/office/officeart/2005/8/layout/default"/>
    <dgm:cxn modelId="{4D8D3B51-FA04-4C27-BF68-9FA93ADC47CF}" type="presParOf" srcId="{0B2859EB-21F5-476B-9AE7-325053006715}" destId="{F938E634-4958-414D-825D-1EB539B6B8BC}" srcOrd="3" destOrd="0" presId="urn:microsoft.com/office/officeart/2005/8/layout/default"/>
    <dgm:cxn modelId="{2188FDBA-8E52-4D5D-9B37-FE5DF70DB271}" type="presParOf" srcId="{0B2859EB-21F5-476B-9AE7-325053006715}" destId="{827872A6-4099-4D19-AE1B-D0EBCBFF23A2}" srcOrd="4" destOrd="0" presId="urn:microsoft.com/office/officeart/2005/8/layout/default"/>
    <dgm:cxn modelId="{4DABAC26-C22D-4D97-9476-6301D77FA26A}" type="presParOf" srcId="{0B2859EB-21F5-476B-9AE7-325053006715}" destId="{05A4BFFB-5E0D-4632-8962-D793954E028E}" srcOrd="5" destOrd="0" presId="urn:microsoft.com/office/officeart/2005/8/layout/default"/>
    <dgm:cxn modelId="{9F6504B2-9072-4524-90C1-059A60BA1889}" type="presParOf" srcId="{0B2859EB-21F5-476B-9AE7-325053006715}" destId="{B2DE9E9E-4D68-4331-9007-68BD74F31C2A}" srcOrd="6" destOrd="0" presId="urn:microsoft.com/office/officeart/2005/8/layout/default"/>
    <dgm:cxn modelId="{7048497A-96F6-4523-A258-C4E55128010E}" type="presParOf" srcId="{0B2859EB-21F5-476B-9AE7-325053006715}" destId="{A10DFD4D-4240-4B91-90E2-139C820FC981}" srcOrd="7" destOrd="0" presId="urn:microsoft.com/office/officeart/2005/8/layout/default"/>
    <dgm:cxn modelId="{85A3596F-CDFC-4BC0-98A9-2A4D868F8914}" type="presParOf" srcId="{0B2859EB-21F5-476B-9AE7-325053006715}" destId="{CBAD737A-2F12-4F84-A369-D94C3A1275C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F110A-93A7-4C3A-9877-B7FE3D180BA8}">
      <dsp:nvSpPr>
        <dsp:cNvPr id="0" name=""/>
        <dsp:cNvSpPr/>
      </dsp:nvSpPr>
      <dsp:spPr>
        <a:xfrm>
          <a:off x="261980" y="1145"/>
          <a:ext cx="2708188" cy="1624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300" kern="1200"/>
            <a:t>CHAR</a:t>
          </a:r>
        </a:p>
      </dsp:txBody>
      <dsp:txXfrm>
        <a:off x="261980" y="1145"/>
        <a:ext cx="2708188" cy="1624912"/>
      </dsp:txXfrm>
    </dsp:sp>
    <dsp:sp modelId="{E0BC9A66-B9B7-4F30-AD9A-C5A18A29ED2C}">
      <dsp:nvSpPr>
        <dsp:cNvPr id="0" name=""/>
        <dsp:cNvSpPr/>
      </dsp:nvSpPr>
      <dsp:spPr>
        <a:xfrm>
          <a:off x="261980" y="1896877"/>
          <a:ext cx="2708188" cy="1624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300" kern="1200"/>
            <a:t>VARCHAR</a:t>
          </a:r>
        </a:p>
      </dsp:txBody>
      <dsp:txXfrm>
        <a:off x="261980" y="1896877"/>
        <a:ext cx="2708188" cy="1624912"/>
      </dsp:txXfrm>
    </dsp:sp>
    <dsp:sp modelId="{827872A6-4099-4D19-AE1B-D0EBCBFF23A2}">
      <dsp:nvSpPr>
        <dsp:cNvPr id="0" name=""/>
        <dsp:cNvSpPr/>
      </dsp:nvSpPr>
      <dsp:spPr>
        <a:xfrm>
          <a:off x="261980" y="3792608"/>
          <a:ext cx="2708188" cy="1624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300" kern="1200"/>
            <a:t>INT</a:t>
          </a:r>
        </a:p>
      </dsp:txBody>
      <dsp:txXfrm>
        <a:off x="261980" y="3792608"/>
        <a:ext cx="2708188" cy="1624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AF110A-93A7-4C3A-9877-B7FE3D180BA8}">
      <dsp:nvSpPr>
        <dsp:cNvPr id="0" name=""/>
        <dsp:cNvSpPr/>
      </dsp:nvSpPr>
      <dsp:spPr>
        <a:xfrm>
          <a:off x="819873" y="2250"/>
          <a:ext cx="1592402" cy="955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CHAR</a:t>
          </a:r>
        </a:p>
      </dsp:txBody>
      <dsp:txXfrm>
        <a:off x="819873" y="2250"/>
        <a:ext cx="1592402" cy="955441"/>
      </dsp:txXfrm>
    </dsp:sp>
    <dsp:sp modelId="{E0BC9A66-B9B7-4F30-AD9A-C5A18A29ED2C}">
      <dsp:nvSpPr>
        <dsp:cNvPr id="0" name=""/>
        <dsp:cNvSpPr/>
      </dsp:nvSpPr>
      <dsp:spPr>
        <a:xfrm>
          <a:off x="819873" y="1116931"/>
          <a:ext cx="1592402" cy="955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VARCHAR</a:t>
          </a:r>
        </a:p>
      </dsp:txBody>
      <dsp:txXfrm>
        <a:off x="819873" y="1116931"/>
        <a:ext cx="1592402" cy="955441"/>
      </dsp:txXfrm>
    </dsp:sp>
    <dsp:sp modelId="{827872A6-4099-4D19-AE1B-D0EBCBFF23A2}">
      <dsp:nvSpPr>
        <dsp:cNvPr id="0" name=""/>
        <dsp:cNvSpPr/>
      </dsp:nvSpPr>
      <dsp:spPr>
        <a:xfrm>
          <a:off x="819873" y="2231612"/>
          <a:ext cx="1592402" cy="955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INT</a:t>
          </a:r>
        </a:p>
      </dsp:txBody>
      <dsp:txXfrm>
        <a:off x="819873" y="2231612"/>
        <a:ext cx="1592402" cy="955441"/>
      </dsp:txXfrm>
    </dsp:sp>
    <dsp:sp modelId="{B2DE9E9E-4D68-4331-9007-68BD74F31C2A}">
      <dsp:nvSpPr>
        <dsp:cNvPr id="0" name=""/>
        <dsp:cNvSpPr/>
      </dsp:nvSpPr>
      <dsp:spPr>
        <a:xfrm>
          <a:off x="819873" y="3346294"/>
          <a:ext cx="1592402" cy="955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DATETIME</a:t>
          </a:r>
        </a:p>
      </dsp:txBody>
      <dsp:txXfrm>
        <a:off x="819873" y="3346294"/>
        <a:ext cx="1592402" cy="955441"/>
      </dsp:txXfrm>
    </dsp:sp>
    <dsp:sp modelId="{CBAD737A-2F12-4F84-A369-D94C3A1275CA}">
      <dsp:nvSpPr>
        <dsp:cNvPr id="0" name=""/>
        <dsp:cNvSpPr/>
      </dsp:nvSpPr>
      <dsp:spPr>
        <a:xfrm>
          <a:off x="819873" y="4460975"/>
          <a:ext cx="1592402" cy="955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DOUBLE</a:t>
          </a:r>
        </a:p>
      </dsp:txBody>
      <dsp:txXfrm>
        <a:off x="819873" y="4460975"/>
        <a:ext cx="1592402" cy="955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D8608-3A88-45F1-AD67-63955C8BFBC9}" type="datetimeFigureOut">
              <a:rPr lang="da-DK" smtClean="0"/>
              <a:t>24-11-2025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DA9D5-D846-4589-B30E-A9A8EF54BE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70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A9D5-D846-4589-B30E-A9A8EF54BE50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427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CHAR(4): Er brugt da et dansk </a:t>
            </a:r>
            <a:r>
              <a:rPr lang="da-DK" err="1"/>
              <a:t>postnr</a:t>
            </a:r>
            <a:r>
              <a:rPr lang="da-DK"/>
              <a:t> altid indeholder 4 cifre, vi har brugt </a:t>
            </a:r>
            <a:r>
              <a:rPr lang="da-DK" err="1"/>
              <a:t>char</a:t>
            </a:r>
            <a:r>
              <a:rPr lang="da-DK"/>
              <a:t> fremfor </a:t>
            </a:r>
            <a:r>
              <a:rPr lang="da-DK" err="1"/>
              <a:t>int</a:t>
            </a:r>
            <a:r>
              <a:rPr lang="da-DK"/>
              <a:t> da der er nogle sjældne tilfælde hvor et </a:t>
            </a:r>
            <a:r>
              <a:rPr lang="da-DK" err="1"/>
              <a:t>postnr</a:t>
            </a:r>
            <a:r>
              <a:rPr lang="da-DK"/>
              <a:t> kan starte med 0 og det ville </a:t>
            </a:r>
            <a:r>
              <a:rPr lang="da-DK" err="1"/>
              <a:t>int</a:t>
            </a:r>
            <a:r>
              <a:rPr lang="da-DK"/>
              <a:t> i så fald fjerne det 0;</a:t>
            </a:r>
          </a:p>
          <a:p>
            <a:endParaRPr lang="da-DK"/>
          </a:p>
          <a:p>
            <a:r>
              <a:rPr lang="da-DK"/>
              <a:t>VARCHAR: Er brugt da det er en fleksibel variabel som er god til tekst hvor længden kan varier. Det i </a:t>
            </a:r>
            <a:r>
              <a:rPr lang="da-DK" err="1"/>
              <a:t>paratens</a:t>
            </a:r>
            <a:r>
              <a:rPr lang="da-DK"/>
              <a:t> er </a:t>
            </a:r>
            <a:r>
              <a:rPr lang="da-DK" err="1"/>
              <a:t>maks</a:t>
            </a:r>
            <a:r>
              <a:rPr lang="da-DK"/>
              <a:t> længden</a:t>
            </a:r>
          </a:p>
          <a:p>
            <a:endParaRPr lang="da-DK"/>
          </a:p>
          <a:p>
            <a:r>
              <a:rPr lang="da-DK"/>
              <a:t>INT: </a:t>
            </a:r>
            <a:r>
              <a:rPr lang="da-DK" err="1"/>
              <a:t>Integer</a:t>
            </a:r>
            <a:r>
              <a:rPr lang="da-DK"/>
              <a:t>(heltal) er rigtig godt til </a:t>
            </a:r>
            <a:r>
              <a:rPr lang="da-DK" err="1"/>
              <a:t>Id´er</a:t>
            </a:r>
            <a:r>
              <a:rPr lang="da-DK"/>
              <a:t>, antal </a:t>
            </a:r>
            <a:r>
              <a:rPr lang="da-DK" err="1"/>
              <a:t>osv</a:t>
            </a:r>
            <a:r>
              <a:rPr lang="da-DK"/>
              <a:t>, ting uden decimaler</a:t>
            </a:r>
          </a:p>
          <a:p>
            <a:endParaRPr lang="da-DK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A9D5-D846-4589-B30E-A9A8EF54BE5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762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DATETIME: Er en datatype som bruges til at gemme både dato og klokkeslæt i et felt, vi bruger det her til at gemme tidspunktet for ordren</a:t>
            </a:r>
          </a:p>
          <a:p>
            <a:endParaRPr lang="da-DK"/>
          </a:p>
          <a:p>
            <a:r>
              <a:rPr lang="da-DK"/>
              <a:t>DOUBLE: Er en datatype som indeholder tal med decimaler. Den er her brugt til prisen da vi har behov for at kende prisen med decimaler</a:t>
            </a:r>
          </a:p>
          <a:p>
            <a:endParaRPr lang="da-DK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A9D5-D846-4589-B30E-A9A8EF54BE50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7100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DA9D5-D846-4589-B30E-A9A8EF54BE5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96742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873BE-F431-9EF8-4144-0809C245B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20B7D-9D8F-6487-5097-2D43F7B3A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E7DBD-0866-4579-3848-7CAB2039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E257-3E03-57A3-625F-DC731C7F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FE18-0CCB-A223-904E-6431D92F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09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A3E6-0EA7-B7DB-9A43-B429AE48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DA2CD-1212-B0D4-361B-0EF085BE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A77EB-2C85-62CE-CE40-DD7A3753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C1D3B-8682-B68D-F755-C896DD94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A8B34-EE76-D173-5DDF-A84A2267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69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C41A-C626-0C5A-4C2F-C99477861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83FB0-8364-AE42-C24B-06BFFCD9B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29E49-EDC3-4DC0-69A3-BA03DC5A3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E804-254E-E7CA-87B1-5ECB0E08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64BEC-FADC-D342-FAF3-C30D3CE1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5809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7D35-6213-10CF-CE83-471C1B590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0A767-1FCC-8226-37B6-9BBDFAA78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29012-DC92-3E84-1BD7-7569AECE9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91B68-CDF9-9B86-98B0-256D7DBB6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2E77D-D5B4-3DF4-A585-6F746EB54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274CC-D66C-C0CB-F374-87C33819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03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1302-AFB4-E51B-1557-A695958C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44D11-4C3D-33D0-07EE-5C8371316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3957B-5350-8684-D4F3-A67B3864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1ACF0-3B35-0F43-2518-A61D7B076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E03FB-AA93-564F-FDBB-E355DAB21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36CCF-C3CA-CCA5-E8BA-1B29D658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1346B-BA08-3EB4-765B-EE50CC14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03AFA-0CAF-FF46-C3D1-7F9CEC41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351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D0D84-C514-6EBB-71AF-AC5FF9A7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FBDAE-5780-493A-8D5A-B8F43D4D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E94B9-9AF6-D8C8-48DF-7F37C4365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B891C-32F9-A20C-7DC6-4AD3AC1D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5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AC5D3F-588E-7130-B138-FE9FC2CB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E92CA-7AE2-7432-A865-6F78611A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4E800-1114-AE98-FAD8-02399A8E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57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83ED-EAEE-1024-BC3F-BAB484EF2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44BE-114E-43CA-6047-89C3FB96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2485AA-FFF5-9161-FFBC-988D0BEF8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BB131-427B-D776-FF6F-FAAE1B8D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5E6AC-5BB2-8FA2-97F7-2736C6EF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D064C-6A91-011D-37EB-AB8F5692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7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AD4B-ABEE-924A-CAE7-8017EF911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155C1-F212-AA61-A4A2-E815B71C0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BAE31-6C0A-1ACF-45DE-4D9F91D6B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1C041-9CDA-0630-CCCE-B93D8CFA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07958-6D3F-7611-5B3D-73BAA4510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6A970-7BD1-F428-A237-58F7C038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8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18AB-1D90-4159-0B23-63609A71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C40D5-2640-7AE8-372F-601DCB974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FA00D-6C21-EA1A-013D-A7166775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01E10-29FE-D390-490B-07FB37C3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9FDA3-442A-B3BF-F4E5-DDAC37860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2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43D436-B3A8-0678-94CF-38E0B2FEB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1C3EC-ABD4-A898-1B30-2823FB4BF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558E-03E1-5801-1987-232ADE9E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AB5B2-5443-2116-CFD4-D872CF8A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ED57A-C572-312A-DD5F-14853546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9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9042F-1FE0-7642-349E-8943FB2A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66B67-F1E6-4CB7-5E61-E6B025DF8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0C25-3750-98B7-FB88-FA58C1B97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D0B8C-F11A-DC11-E5E3-F2AD66441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0AA45-7B3E-B403-5B9F-668F67702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0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A close-up of a network&#10;&#10;AI-generated content may be incorrect.">
            <a:extLst>
              <a:ext uri="{FF2B5EF4-FFF2-40B4-BE49-F238E27FC236}">
                <a16:creationId xmlns:a16="http://schemas.microsoft.com/office/drawing/2014/main" id="{1948241A-8D9B-EBFB-8E3A-066843DA5F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2968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Torino Pizza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GRUPPE 4 – Malthe, Tobias </a:t>
            </a:r>
            <a:r>
              <a:rPr lang="en-US" err="1">
                <a:solidFill>
                  <a:srgbClr val="FFFFFF"/>
                </a:solidFill>
              </a:rPr>
              <a:t>og</a:t>
            </a:r>
            <a:r>
              <a:rPr lang="en-US">
                <a:solidFill>
                  <a:srgbClr val="FFFFFF"/>
                </a:solidFill>
              </a:rPr>
              <a:t> Victor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A35D-B3AA-5AC6-DE83-659CE79E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solidFill>
                  <a:schemeClr val="bg1"/>
                </a:solidFill>
              </a:rPr>
              <a:t>Databasen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AF4BE-5E8C-C8A4-4F14-E8CD6352B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036" y="1333500"/>
            <a:ext cx="6062581" cy="4722813"/>
          </a:xfrm>
        </p:spPr>
      </p:pic>
    </p:spTree>
    <p:extLst>
      <p:ext uri="{BB962C8B-B14F-4D97-AF65-F5344CB8AC3E}">
        <p14:creationId xmlns:p14="http://schemas.microsoft.com/office/powerpoint/2010/main" val="4082298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E376E92-EC88-1018-7226-EACBB135B0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65886" y="-94344"/>
            <a:ext cx="4056743" cy="6966413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1E6BF3-8436-32F4-17FF-F066F97665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207"/>
            <a:ext cx="8594396" cy="6966413"/>
          </a:xfrm>
          <a:prstGeom prst="rect">
            <a:avLst/>
          </a:prstGeom>
        </p:spPr>
      </p:pic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9F74BD2E-28D4-2085-4F28-E4AAA121D4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8500635"/>
              </p:ext>
            </p:extLst>
          </p:nvPr>
        </p:nvGraphicFramePr>
        <p:xfrm>
          <a:off x="8842437" y="679528"/>
          <a:ext cx="32321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05693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4161-8619-75C9-18F1-2C770007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1E7051-B2D0-B0CC-62BE-513195E3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63"/>
          <a:stretch>
            <a:fillRect/>
          </a:stretch>
        </p:blipFill>
        <p:spPr>
          <a:xfrm>
            <a:off x="0" y="-40138"/>
            <a:ext cx="7194550" cy="6909436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F91C3B5-C79F-C3F5-48A7-7BFBA10C2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8115232"/>
              </p:ext>
            </p:extLst>
          </p:nvPr>
        </p:nvGraphicFramePr>
        <p:xfrm>
          <a:off x="8842437" y="679528"/>
          <a:ext cx="32321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70926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74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223A5-BB35-C939-5709-91E0F2D4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Forespørgsler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4A923A-CF98-3149-6F79-7CE01BC9B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183" y="639592"/>
            <a:ext cx="5950736" cy="557881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3750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Torino Pizza</vt:lpstr>
      <vt:lpstr>Databasen</vt:lpstr>
      <vt:lpstr>PowerPoint Presentation</vt:lpstr>
      <vt:lpstr>PowerPoint Presentation</vt:lpstr>
      <vt:lpstr>SQL Forespørgsler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2025-11-19T09:12:59Z</dcterms:created>
  <dcterms:modified xsi:type="dcterms:W3CDTF">2025-11-24T09:14:55Z</dcterms:modified>
</cp:coreProperties>
</file>